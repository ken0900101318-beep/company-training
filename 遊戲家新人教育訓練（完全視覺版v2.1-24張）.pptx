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2C3E50"/>
                </a:solidFill>
              </a:defRPr>
            </a:pPr>
            <a:r>
              <a:t>歡迎加入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27ACB2"/>
                </a:solidFill>
              </a:defRPr>
            </a:pPr>
            <a:r>
              <a:t>遊戲家資訊科技有限公司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46464"/>
                </a:solidFill>
              </a:defRPr>
            </a:pPr>
            <a:r>
              <a:t>新人教育訓練（完整版-24張）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🏢 公司概況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1371600">
                <a:tc>
                  <a:txBody>
                    <a:bodyPr/>
                    <a:lstStyle/>
                    <a:p>
                      <a:pPr algn="ctr">
                        <a:defRPr sz="4800" b="1">
                          <a:solidFill>
                            <a:srgbClr val="FFFFFF"/>
                          </a:solidFill>
                        </a:defRPr>
                      </a:pPr>
                      <a:r>
                        <a:t>105</a:t>
                      </a:r>
                    </a:p>
                    <a:p>
                      <a:pPr algn="ctr">
                        <a:defRPr sz="2000">
                          <a:solidFill>
                            <a:srgbClr val="FFFFFF"/>
                          </a:solidFill>
                        </a:defRPr>
                      </a:pPr>
                      <a:r>
                        <a:t>營運店家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4800" b="1">
                          <a:solidFill>
                            <a:srgbClr val="FFFFFF"/>
                          </a:solidFill>
                        </a:defRPr>
                      </a:pPr>
                      <a:r>
                        <a:t>10萬</a:t>
                      </a:r>
                    </a:p>
                    <a:p>
                      <a:pPr algn="ctr">
                        <a:defRPr sz="2000">
                          <a:solidFill>
                            <a:srgbClr val="FFFFFF"/>
                          </a:solidFill>
                        </a:defRPr>
                      </a:pPr>
                      <a:r>
                        <a:t>會員數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4800" b="1">
                          <a:solidFill>
                            <a:srgbClr val="FFFFFF"/>
                          </a:solidFill>
                        </a:defRPr>
                      </a:pPr>
                      <a:r>
                        <a:t>24/7</a:t>
                      </a:r>
                    </a:p>
                    <a:p>
                      <a:pPr algn="ctr">
                        <a:defRPr sz="2000">
                          <a:solidFill>
                            <a:srgbClr val="FFFFFF"/>
                          </a:solidFill>
                        </a:defRPr>
                      </a:pPr>
                      <a:r>
                        <a:t>無人營運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34747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ONE桌遊-自助桌遊館品牌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✅全台最大自助麻將桌遊連鎖品牌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✅AI智能管理系統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✅24小時無人營運模式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✅子品牌「智摸科技」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📖 品牌故事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2023/7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  第一家店開幕（無人概念，尚未導入AI）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  驗證市場需求與商業模式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2023年底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  拓展至6家店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  建立標準化營運流程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2024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  快速擴張至50家店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  開始研發智能管理系統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2025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  突破100家店，累積10萬會員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  成立子品牌「智摸科技」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2025/11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  正式導入AI技術</a:t>
            </a:r>
          </a:p>
          <a:p>
            <a:pPr lvl="1">
              <a:defRPr sz="1600">
                <a:solidFill>
                  <a:srgbClr val="3C3C3C"/>
                </a:solidFill>
              </a:defRPr>
            </a:pPr>
            <a:r>
              <a:t>  智能客服、選址系統、營運分析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👥 核心團隊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1828800">
                <a:tc>
                  <a:txBody>
                    <a:bodyPr/>
                    <a:lstStyle/>
                    <a:p>
                      <a:pPr algn="ctr">
                        <a:defRPr sz="4000"/>
                      </a:pPr>
                      <a:r>
                        <a:t>👔</a:t>
                      </a:r>
                    </a:p>
                    <a:p>
                      <a:pPr algn="ctr">
                        <a:defRPr sz="2200" b="1">
                          <a:solidFill>
                            <a:srgbClr val="2C3E50"/>
                          </a:solidFill>
                        </a:defRPr>
                      </a:pPr>
                      <a:r>
                        <a:t>林建佑</a:t>
                      </a:r>
                    </a:p>
                    <a:p>
                      <a:pPr algn="ctr">
                        <a:defRPr sz="1800">
                          <a:solidFill>
                            <a:srgbClr val="27ACB2"/>
                          </a:solidFill>
                        </a:defRPr>
                      </a:pPr>
                      <a:r>
                        <a:t>負責人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4000"/>
                      </a:pPr>
                      <a:r>
                        <a:t>💼</a:t>
                      </a:r>
                    </a:p>
                    <a:p>
                      <a:pPr algn="ctr">
                        <a:defRPr sz="2200" b="1">
                          <a:solidFill>
                            <a:srgbClr val="2C3E50"/>
                          </a:solidFill>
                        </a:defRPr>
                      </a:pPr>
                      <a:r>
                        <a:t>林建宏Ken（阿建）</a:t>
                      </a:r>
                    </a:p>
                    <a:p>
                      <a:pPr algn="ctr">
                        <a:defRPr sz="1800">
                          <a:solidFill>
                            <a:srgbClr val="27ACB2"/>
                          </a:solidFill>
                        </a:defRPr>
                      </a:pPr>
                      <a:r>
                        <a:t>總經理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828800">
                <a:tc>
                  <a:txBody>
                    <a:bodyPr/>
                    <a:lstStyle/>
                    <a:p>
                      <a:pPr algn="ctr">
                        <a:defRPr sz="4000"/>
                      </a:pPr>
                      <a:r>
                        <a:t>📱</a:t>
                      </a:r>
                    </a:p>
                    <a:p>
                      <a:pPr algn="ctr">
                        <a:defRPr sz="2200" b="1">
                          <a:solidFill>
                            <a:srgbClr val="2C3E50"/>
                          </a:solidFill>
                        </a:defRPr>
                      </a:pPr>
                      <a:r>
                        <a:t>小圓</a:t>
                      </a:r>
                    </a:p>
                    <a:p>
                      <a:pPr algn="ctr">
                        <a:defRPr sz="1800">
                          <a:solidFill>
                            <a:srgbClr val="27ACB2"/>
                          </a:solidFill>
                        </a:defRPr>
                      </a:pPr>
                      <a:r>
                        <a:t>業務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4000"/>
                      </a:pPr>
                      <a:r>
                        <a:t>💰</a:t>
                      </a:r>
                    </a:p>
                    <a:p>
                      <a:pPr algn="ctr">
                        <a:defRPr sz="2200" b="1">
                          <a:solidFill>
                            <a:srgbClr val="2C3E50"/>
                          </a:solidFill>
                        </a:defRPr>
                      </a:pPr>
                      <a:r>
                        <a:t>小兔</a:t>
                      </a:r>
                    </a:p>
                    <a:p>
                      <a:pPr algn="ctr">
                        <a:defRPr sz="1800">
                          <a:solidFill>
                            <a:srgbClr val="27ACB2"/>
                          </a:solidFill>
                        </a:defRPr>
                      </a:pPr>
                      <a:r>
                        <a:t>會計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🤖 AI時代的轉型思維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64592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當前時代背景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我們正邁入AI時代(2-3年)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工具變化快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效率提升遠超過去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3657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必須習慣的改變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🚀讓工具協助工作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🚀從我來做→我來管理工具做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🚀效率可達10倍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🎯 駕馭AI而非被取代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37160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856404"/>
                          </a:solidFill>
                        </a:defRPr>
                      </a:pPr>
                      <a:r>
                        <a:t>⚠️關鍵觀念</a:t>
                      </a:r>
                    </a:p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不用擔心AI取代誰</a:t>
                      </a:r>
                    </a:p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重點是駕馭AI創造高效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3200400"/>
          <a:ext cx="54864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</a:tblGrid>
              <a:tr h="731520">
                <a:tc>
                  <a:txBody>
                    <a:bodyPr wrap="square"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不改革就會被淘汰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420624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⭐會用AI&gt;不會用AI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⭐主動學習&gt;固守舊方法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⭐擁抱變化&gt;抗拒變化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🚀公司發展階段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201168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快速發展期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1家→105家(3年)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無人概念→AI管理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單一品牌→多品牌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手動→全自動化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3931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需要什麼夥伴?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🚀共同衝刺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🚀快速適應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🚀主動學習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🚀駕馭工具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💼工作期待-醜話說在前面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09728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856404"/>
                          </a:solidFill>
                        </a:defRPr>
                      </a:pPr>
                      <a:r>
                        <a:t>🚫Ken最不喜歡聽到</a:t>
                      </a:r>
                    </a:p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「我不會」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30175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基本能力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✅統整-整理資訊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✅資料收集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✅AI工具可完整協助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457200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37160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需要的人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✅會思考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✅會整理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✅會主動嘗試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📋正確的工作態度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收到任務後: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🎯先簡單彙整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🎯整理初步結果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🎯開會討論調整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3474720"/>
          <a:ext cx="6400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256032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可以接受vs無法接受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✅結果不理想-可調整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✅判斷不同-可討論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❌沒嘗試就說不會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❌不思考等答案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📅工作節奏與溝通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201168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每週二下午2:00-週會議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📊整理一週狀況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📢報告進度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💬討論方案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🎯設定目標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3931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日常溝通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✅群組即時討論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✅重要事項即時宣布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⚠️重要事項開會再重複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💰薪資福利制度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731520">
                <a:tc>
                  <a:txBody>
                    <a:bodyPr wrap="square"/>
                    <a:lstStyle/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💡福利制度,具體數字面談時詳談</a:t>
                      </a:r>
                    </a:p>
                  </a:txBody>
                  <a:tcPr>
                    <a:solidFill>
                      <a:srgbClr val="D1ECF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25603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薪資:依職位(面談詳談)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績效:依表現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年終:依年度表現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發薪日:每月5號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發薪方式:匯款(國泰優先)</a:t>
            </a:r>
          </a:p>
          <a:p>
            <a:pPr>
              <a:defRPr sz="1400">
                <a:solidFill>
                  <a:srgbClr val="3C3C3C"/>
                </a:solidFill>
              </a:defRPr>
            </a:pP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保險:勞健保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休假:週休二日/勞基法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📝請假與加班規定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請假流程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1.LINE向阿建申請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2.提前至少一天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3.由阿建批准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4.緊急狀況電話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加班:依勞基法,補休需主管同意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4754880"/>
          <a:ext cx="6400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91440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856404"/>
                          </a:solidFill>
                        </a:defRPr>
                      </a:pPr>
                      <a:r>
                        <a:t>⚠️重要提醒</a:t>
                      </a:r>
                    </a:p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週會(週二下午2:00)為固定會議,無法參加需提前告知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🎯各職位職責與KPI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82880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業務(小圓)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日常工作: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  •加盟諮詢/裝潢監工/材料訂購/客戶維護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KPI:每季調整一次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365760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37160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會計(小兔)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日常工作: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  •帳務/報表/發票/薪資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KPI:每季調整一次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53035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💡具體KPI由主管說明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🔧系統操作教學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內部系統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🏪ONE桌遊管理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📦倉儲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🤖AI客服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🧹打掃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64592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AI工具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💬ChatGPT/Claude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📄Google Workspace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📱LINE</a:t>
            </a:r>
          </a:p>
          <a:p>
            <a:pPr>
              <a:defRPr sz="1400">
                <a:solidFill>
                  <a:srgbClr val="3C3C3C"/>
                </a:solidFill>
              </a:defRPr>
            </a:pPr>
            <a:r>
              <a:t>💻GitHub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5029200"/>
          <a:ext cx="6400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731520">
                <a:tc>
                  <a:txBody>
                    <a:bodyPr wrap="square"/>
                    <a:lstStyle/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💡帳號密碼由阿建提供</a:t>
                      </a:r>
                    </a:p>
                  </a:txBody>
                  <a:tcPr>
                    <a:solidFill>
                      <a:srgbClr val="D1EC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🚨緊急處理流程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店家緊急狀況</a:t>
            </a:r>
          </a:p>
          <a:p>
            <a:pPr lvl="1">
              <a:defRPr sz="1400">
                <a:solidFill>
                  <a:srgbClr val="3C3C3C"/>
                </a:solidFill>
              </a:defRPr>
            </a:pPr>
            <a:r>
              <a:t>•門鎖故障→安撫→遠端開鎖→通知業務</a:t>
            </a:r>
          </a:p>
          <a:p>
            <a:pPr lvl="1">
              <a:defRPr sz="1400">
                <a:solidFill>
                  <a:srgbClr val="3C3C3C"/>
                </a:solidFill>
              </a:defRPr>
            </a:pPr>
            <a:r>
              <a:t>•設備故障→記錄→通知業務→派工</a:t>
            </a:r>
          </a:p>
          <a:p>
            <a:pPr lvl="1">
              <a:defRPr sz="1400">
                <a:solidFill>
                  <a:srgbClr val="3C3C3C"/>
                </a:solidFill>
              </a:defRPr>
            </a:pPr>
            <a:r>
              <a:t>•客訴→了解→安撫→通報主管</a:t>
            </a:r>
          </a:p>
          <a:p>
            <a:pPr lvl="1">
              <a:defRPr sz="1400">
                <a:solidFill>
                  <a:srgbClr val="3C3C3C"/>
                </a:solidFill>
              </a:defRPr>
            </a:pPr>
            <a:r>
              <a:t>•系統當機→確認範圍→通知技術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411480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82880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856404"/>
                          </a:solidFill>
                        </a:defRPr>
                      </a:pPr>
                      <a:r>
                        <a:t>⚠️緊急聯絡人</a:t>
                      </a:r>
                    </a:p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林建宏(阿建)總經理-0975-170-840</a:t>
                      </a:r>
                    </a:p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林建佑(負責人)-0920-119-696</a:t>
                      </a:r>
                    </a:p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技術支援-阿建0975-170-840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❓常見問題FAQ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C3C3C"/>
                </a:solidFill>
              </a:defRPr>
            </a:pPr>
            <a:r>
              <a:t>關於工作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Q:忘記打卡?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A:LINE通知阿建補登</a:t>
            </a:r>
          </a:p>
          <a:p>
            <a:pPr>
              <a:defRPr sz="1200">
                <a:solidFill>
                  <a:srgbClr val="3C3C3C"/>
                </a:solidFill>
              </a:defRPr>
            </a:pP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Q:臨時請假?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A:LINE阿建提前一天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64592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C3C3C"/>
                </a:solidFill>
              </a:defRPr>
            </a:pPr>
            <a:r>
              <a:t>關於公司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Q:午餐提供嗎?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A:無請自理</a:t>
            </a:r>
          </a:p>
          <a:p>
            <a:pPr>
              <a:defRPr sz="1200">
                <a:solidFill>
                  <a:srgbClr val="3C3C3C"/>
                </a:solidFill>
              </a:defRPr>
            </a:pP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Q:在家工作?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A:目前須到辦公室</a:t>
            </a:r>
          </a:p>
          <a:p>
            <a:pPr>
              <a:defRPr sz="1200">
                <a:solidFill>
                  <a:srgbClr val="3C3C3C"/>
                </a:solidFill>
              </a:defRPr>
            </a:pP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Q:多久調薪?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A:KPI每季調整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📚成功/失敗案例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09728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✅成功:善用AI工具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情境:整理100家店營收報表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傳統:手動Excel,7天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AI:Claude寫腳本,3天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學到:善用工具提升效率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926080"/>
          <a:ext cx="6400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09728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✅成功:主動發現問題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情境:發現供應商報價異常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做法:主動比價/提出質疑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結果:省下50萬成本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學到:要有老闆思維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4206240"/>
          <a:ext cx="6400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64592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856404"/>
                          </a:solidFill>
                        </a:defRPr>
                      </a:pPr>
                      <a:r>
                        <a:t>❌失敗案例</a:t>
                      </a:r>
                    </a:p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案例1:說不會導致延誤</a:t>
                      </a:r>
                    </a:p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  →教訓:先用AI/Google找答案</a:t>
                      </a:r>
                    </a:p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案例2:溝通不確實導致誤會</a:t>
                      </a:r>
                    </a:p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  →教訓:重要事項確認對方收到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🌟公司願景與目標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2026年目標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📈ONE桌遊140家店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🚀智摸30家店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💡新型模式研發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🤖AI產品搶佔市場(SaaS)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中期(3年):全台最大/海外市場/培訓學院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4754880"/>
          <a:ext cx="64008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18872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長期願景(5年+)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✨重新定義休閒娛樂產業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✨AI驅動無人營運標準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✨成為產業標竿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🔒保密與資訊安全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保密:客戶資料/營收數據/AI程式碼-不外流</a:t>
            </a:r>
          </a:p>
          <a:p>
            <a:pPr>
              <a:defRPr sz="1600">
                <a:solidFill>
                  <a:srgbClr val="3C3C3C"/>
                </a:solidFill>
              </a:defRPr>
            </a:pP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資安規範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🔑密碼12字元含英數符號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🔑禁共用帳號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🔑離職交還權限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🔑LINE群組禁截圖外傳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5029200"/>
          <a:ext cx="6400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91440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856404"/>
                          </a:solidFill>
                        </a:defRPr>
                      </a:pPr>
                      <a:r>
                        <a:t>⚠️違規後果</a:t>
                      </a:r>
                    </a:p>
                    <a:p>
                      <a:pPr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警告→記過→解雇+法律追訴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🏢辦公室實務資訊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C3C3C"/>
                </a:solidFill>
              </a:defRPr>
            </a:pPr>
            <a:r>
              <a:t>上班時間</a:t>
            </a:r>
          </a:p>
          <a:p>
            <a:pPr>
              <a:defRPr sz="1500">
                <a:solidFill>
                  <a:srgbClr val="3C3C3C"/>
                </a:solidFill>
              </a:defRPr>
            </a:pPr>
            <a:r>
              <a:t>⏰13:00-21:00(下午1點到晚上9點)</a:t>
            </a:r>
          </a:p>
          <a:p>
            <a:pPr>
              <a:defRPr sz="1500">
                <a:solidFill>
                  <a:srgbClr val="3C3C3C"/>
                </a:solidFill>
              </a:defRPr>
            </a:pPr>
            <a:r>
              <a:t>⏰無彈性工時,固定時段</a:t>
            </a:r>
          </a:p>
          <a:p>
            <a:pPr>
              <a:defRPr sz="1500">
                <a:solidFill>
                  <a:srgbClr val="3C3C3C"/>
                </a:solidFill>
              </a:defRPr>
            </a:pPr>
            <a:r>
              <a:t>🍱午餐可自行安排</a:t>
            </a:r>
          </a:p>
          <a:p>
            <a:pPr>
              <a:defRPr sz="1500">
                <a:solidFill>
                  <a:srgbClr val="3C3C3C"/>
                </a:solidFill>
              </a:defRPr>
            </a:pPr>
          </a:p>
          <a:p>
            <a:pPr>
              <a:defRPr sz="1500">
                <a:solidFill>
                  <a:srgbClr val="3C3C3C"/>
                </a:solidFill>
              </a:defRPr>
            </a:pPr>
            <a:r>
              <a:t>辦公地點</a:t>
            </a:r>
          </a:p>
          <a:p>
            <a:pPr>
              <a:defRPr sz="1500">
                <a:solidFill>
                  <a:srgbClr val="3C3C3C"/>
                </a:solidFill>
              </a:defRPr>
            </a:pPr>
            <a:r>
              <a:t>🔑打卡:臉部辨識,二樓辦公室入口</a:t>
            </a:r>
          </a:p>
          <a:p>
            <a:pPr>
              <a:defRPr sz="1500">
                <a:solidFill>
                  <a:srgbClr val="3C3C3C"/>
                </a:solidFill>
              </a:defRPr>
            </a:pPr>
          </a:p>
          <a:p>
            <a:pPr>
              <a:defRPr sz="1500">
                <a:solidFill>
                  <a:srgbClr val="3C3C3C"/>
                </a:solidFill>
              </a:defRPr>
            </a:pPr>
            <a:r>
              <a:t>環境</a:t>
            </a:r>
          </a:p>
          <a:p>
            <a:pPr>
              <a:defRPr sz="1500">
                <a:solidFill>
                  <a:srgbClr val="3C3C3C"/>
                </a:solidFill>
              </a:defRPr>
            </a:pPr>
            <a:r>
              <a:t>♻️垃圾不用分類,放門口右邊緊急配電處,每天有人收</a:t>
            </a:r>
          </a:p>
          <a:p>
            <a:pPr>
              <a:defRPr sz="1500">
                <a:solidFill>
                  <a:srgbClr val="3C3C3C"/>
                </a:solidFill>
              </a:defRPr>
            </a:pPr>
            <a:r>
              <a:t>🧹每週一次專人打掃大環境及廁所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📈職涯發展與成長機會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公司快速發展期,機會多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📊從執行→管理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📊從單一職能→跨領域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📊從傳統→AI協作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📊從員工→核心夥伴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347472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228600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你將學到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🎯AI時代的工作方法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🎯快速成長企業營運模式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🎯多系統整合實戰經驗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🎯從0到1建立新事業能力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🌟公司文化與價值觀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核心價值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🚀快速行動-想到就做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🤝團隊協作-一起衝刺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💡擁抱創新-用AI用新工具</a:t>
            </a:r>
          </a:p>
          <a:p>
            <a:pPr>
              <a:defRPr sz="1800">
                <a:solidFill>
                  <a:srgbClr val="3C3C3C"/>
                </a:solidFill>
              </a:defRPr>
            </a:pP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我們相信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⭐工具&gt;經驗(AI時代)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⭐思考&gt;執行(駕馭工具)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⭐速度&gt;完美(快速迭代)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⭐成長&gt;穩定(發展期)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一起衝刺未來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237744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2743200">
                <a:tc>
                  <a:txBody>
                    <a:bodyPr wrap="square"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你選擇加入我們,代表你認同我們的理念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這是快速成長的團隊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這是擁抱AI的時代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這是充滿機會的階段</a:t>
                      </a: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</a:p>
                    <a:p>
                      <a:pPr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讓我們一起駕馭工具/創造價值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486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7ACB2"/>
                </a:solidFill>
              </a:defRPr>
            </a:pPr>
            <a:r>
              <a:t>歡迎加入遊戲家!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📞 聯絡資訊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遊戲家資訊科技有限公司</a:t>
            </a:r>
          </a:p>
          <a:p>
            <a:pPr>
              <a:defRPr sz="1800">
                <a:solidFill>
                  <a:srgbClr val="3C3C3C"/>
                </a:solidFill>
              </a:defRPr>
            </a:pP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品牌:ONE桌遊/智摸科技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營運店家:105家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會員數:10萬+</a:t>
            </a:r>
          </a:p>
          <a:p>
            <a:pPr>
              <a:defRPr sz="1800">
                <a:solidFill>
                  <a:srgbClr val="3C3C3C"/>
                </a:solidFill>
              </a:defRPr>
            </a:pP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電話:阿建0975-170-840</a:t>
            </a:r>
          </a:p>
          <a:p>
            <a:pPr>
              <a:defRPr sz="1800">
                <a:solidFill>
                  <a:srgbClr val="3C3C3C"/>
                </a:solidFill>
              </a:defRPr>
            </a:pP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如有問題,歡迎隨時向直屬主管或阿建總經理詢問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