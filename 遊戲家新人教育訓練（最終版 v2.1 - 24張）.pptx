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3E50"/>
                </a:solidFill>
              </a:defRPr>
            </a:pPr>
            <a:r>
              <a:t>歡迎加入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7ACB2"/>
                </a:solidFill>
              </a:defRPr>
            </a:pPr>
            <a:r>
              <a:t>遊戲家資訊科技有限公司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新人教育訓練（完整版 - 24張）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🏢 公司概況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105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營運店家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10萬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會員數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24/7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無人營運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474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ONE桌遊 - 自助桌遊館品牌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 全台最大自助麻將桌遊連鎖品牌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 AI 智能管理系統（門鎖、監控、繳費）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 24小時無人營運模式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 子品牌「智摸科技」- 麻將自助系統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📖 品牌故事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2023/7 - 第一家店開幕（無人概念，尚未導入AI）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2023年底 - 拓展至 6 家店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2024 - 快速擴張至 50 家店，開始研發智能管理系統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2025 - 突破 100 家店，累積 10萬會員，成立子品牌「智摸科技」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2025/11 - 正式導入 AI 技術（智能客服、選址系統、營運分析）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👥 核心團隊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林建佑 - 負責人 👔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林建宏 Ken（阿建）- 總經理 💼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小圓 - 業務 📱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小兔 - 會計 💰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我們是一個精實、高效的團隊，每個人都是公司成長的重要推手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🤖 AI 時代的轉型思維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當前時代背景：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我們正邁入 AI 時代（2-3 年轉型期）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工具變化快，輔助能力強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效率提升的速度遠超過去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必須習慣的改變：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 讓工具來協助工作，而非全靠人工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 從「我來做」轉變為「我來管理工具做」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 工作效率可以是過去的 10 倍甚至更多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 駕馭 AI，而非被取代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⚠️ 關鍵觀念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不用擔心 AI 能取代掉誰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重點是如何駕馭 AI，創造更高效率及產值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現在是什麼時代？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❗ 不改革，就會被改革淘汰 ❗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 會用 AI 的人 &gt; 不會用 AI 的人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 主動學習工具 &gt; 固守舊方法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 擁抱變化 &gt; 抗拒變化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🚀 公司發展階段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我們正處於快速發展期：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從 1 家店 → 105 家店（不到 3 年）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從無人概念 → AI 智能管理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從單一品牌 → 多品牌布局（智摸科技）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從手動管理 → 全自動化系統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我們需要什麼樣的夥伴？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 願意共同衝刺的夥伴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 能快速適應變化的員工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 有主動學習精神的人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 能駕馭工具創造價值的人才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💼 工作期待 - 醜話說在前面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🚫 Ken（阿建）最不喜歡聽到的話：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❌❌❌「我不會」❌❌❌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在 AI 時代，這些是基本能力：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 統整能力 - 整理資訊、歸納重點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 資料收集 - 搜尋、彙整、分析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 AI 工具可以做很完整的協助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我們需要的是什麼人？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 會思考的人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 會整理的人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 會主動嘗試的人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📋 正確的工作態度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收到任務後，你應該：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 先簡單彙整任務（用工具協助）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 整理出初步結果（可以不完美）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 開會時討論與調整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 可以接受的情況：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結果不盡理想 - 沒關係，可以調整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判斷有些不同 - 沒關係，可以討論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❌ 無法接受的情況：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完全沒嘗試就說「我不會」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不思考、不整理，等別人給答案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📅 工作節奏與溝通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📌 每週例行會議：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每週二下午 2:00 - 週會議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整理一週的工作狀況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報告進度與問題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討論解決方案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設定下週目標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日常溝通方式：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 群組即時討論（快速決策）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 重要事項即時宣布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⚠️ 重要事項開會需再重複一次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 確保所有人都吸收到訊息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💰 薪資福利制度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薪資結構：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💵 底薪：依職位而定（面談時詳談）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💵 績效獎金：依實際表現與公司營收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💵 年終獎金：依年度表現發放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📅 發薪日：每月 5 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💳 發薪方式：匯款到指定帳戶（國泰世華優先，其他銀行也可）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保險福利：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 勞保、健保（到職日起算）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休假制度：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🏖️ 特休、病假、事假：依勞基法規定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📅 週休二日，依勞基法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📝 請假與加班規定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請假流程：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1. 透過 LINE 向阿建申請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2. 需提前至少一天告知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3. 由阿建批准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4. 緊急狀況請電話聯絡阿建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加班規定：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⏰ 加班費計算：依勞基法規定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🔄 補休規則：主管同意後執行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⚠️ 重要提醒：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週會（每週二下午 2:00）為固定會議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若無法參加需提前告知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 各職位職責與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業務（小圓）：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日常工作：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加盟諮詢接待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店家裝潢監工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材料訂購追蹤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客戶關係維護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KPI 指標：每季調整一次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會計（小兔）：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日常工作：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帳務處理、報表製作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發票開立、薪資計算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KPI 指標：每季調整一次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 具體 KPI 數字與考核標準將由主管說明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🔧 系統操作教學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內部系統：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🏪 ONE桌遊管理系統 - 店家管理、訂單、會員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📦 倉儲管理系統 - 庫存、進出貨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🤖 AI 客服系統 - 自動回覆、問題分類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🧹 打掃系統 - 任務派發、進度追蹤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AI 工具輔助：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💬 ChatGPT / Claude - 資料整理、文案撰寫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📄 Google Workspace - 文件協作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📱 LINE - 即時溝通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💻 GitHub - 程式碼管理（技術團隊）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 帳號密碼由阿建提供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🚨 緊急處理流程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店家緊急狀況：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門鎖故障 → 安撫客戶 → 遠端開鎖 → 通知業務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設備故障 → 記錄問題 → 通知業務 → 派工維修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客訴處理 → 了解情況 → 安撫客戶 → 通報主管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系統當機 → 確認範圍 → 通知技術 → 暫用備案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⚠️ 緊急聯絡人：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林建宏（阿建）總經理 - 0975-170-840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林建佑（負責人）- 0920-119-696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技術支援 - 阿建 0975-170-840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❓ 常見問題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關於工作：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Q: 忘記打卡怎麼辦？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A: 立即 LINE 通知阿建補登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Q: 臨時請假要找誰？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A: LINE 向阿建申請，提前一天告知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關於公司：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Q: 午餐公司有提供嗎？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A: 無，請自理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Q: 可以在家工作嗎？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A: 目前須到辦公室上班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Q: 多久會調薪？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A: KPI 每季調整一次，表現優異會調整薪資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📚 成功/失敗案例分享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✅ 成功案例：善用 AI 工具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情境：整理 100 家店的營收報表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傳統做法：手動 Excel，需要 7 天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AI 做法：用 Claude 寫腳本，3 天完成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 學到：善用工具可大幅提升效率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❌ 失敗案例：說「我不會」導致延誤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情境：收到任務直接說不會，等主管教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結果：錯過截止日，影響整個專案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 教訓：先嘗試用 AI/Google 找答案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❌ 失敗案例：溝通不確實導致誤會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 教訓：重要事項要確認對方收到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🌟 公司願景與目標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2026 年目標：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📈 ONE桌遊拓展到 140 家店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 智摸突破 30 家店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 新型模式研發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🤖 AI 產品正式搶佔市場，以 SaaS 模式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中期目標（3 年內）：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🏆 成為全台最大自助娛樂品牌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🌏 進軍海外市場（香港、新加坡）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🎓 建立加盟主培訓學院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長期願景（5 年+）：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✨ 重新定義休閒娛樂產業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✨ AI 驅動的無人營運標準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✨ 成為產業標竿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🔒 保密與資訊安全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保密協議：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🔐 客戶資料不外流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🔐 營收數據不公開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🔐 AI 系統程式碼不外傳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🔐 內部溝通記錄不截圖外傳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資訊安全規範：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 密碼設定：至少 12 字元，含英數符號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 禁止共用帳號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 離職時交還所有資料與權限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 LINE 群組截圖禁止外傳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違規後果：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第一次：書面警告 | 第二次：記過處分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嚴重違規：立即解雇 + 法律追訴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🏢 辦公室實務資訊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上下班時間：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⏰ 正常工時：13:00-21:00（下午1點到晚上9點）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⏰ 彈性工時：無，固定時段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🍱 午餐時間：可自行安排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辦公地點：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 打卡方式：臉部辨識打卡，二樓辦公室入口處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辦公環境：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♻️ 垃圾處理：不用分類，打包後放門口右邊緊急配電處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          每天有人來收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🧹 環境打掃：每週一次專人打掃大環境及廁所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📈 職涯發展與成長機會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公司處於快速發展期，機會很多：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📊 從執行 → 管理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📊 從單一職能 → 跨領域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📊 從傳統工作 → AI 協作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📊 從員工 → 核心夥伴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你將學到：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 AI 時代的工作方法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 快速成長企業的營運模式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 多系統整合的實戰經驗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🎯 從 0 到 1 建立新事業的能力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🌟 公司文化與價值觀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核心價值觀：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 快速行動 - 想到就做，邊做邊調整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🤝 團隊協作 - 一起衝刺，共享成果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 擁抱創新 - 用 AI，用新工具，用新方法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我們相信：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 工具比經驗重要（AI 時代）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 思考比執行重要（會思考才能駕馭工具）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 速度比完美重要（快速迭代）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⭐ 成長比穩定重要（發展期的選擇）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一起衝刺未來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C3E50"/>
                </a:solidFill>
              </a:defRPr>
            </a:pPr>
            <a:r>
              <a:t>你選擇加入我們，代表你認同我們的理念</a:t>
            </a:r>
          </a:p>
          <a:p>
            <a:pPr algn="ctr">
              <a:defRPr sz="2000">
                <a:solidFill>
                  <a:srgbClr val="2C3E50"/>
                </a:solidFill>
              </a:defRPr>
            </a:pPr>
          </a:p>
          <a:p>
            <a:pPr algn="ctr">
              <a:defRPr sz="2000">
                <a:solidFill>
                  <a:srgbClr val="2C3E50"/>
                </a:solidFill>
              </a:defRPr>
            </a:pPr>
            <a:r>
              <a:t>這是一個快速成長的團隊</a:t>
            </a:r>
          </a:p>
          <a:p>
            <a:pPr algn="ctr">
              <a:defRPr sz="2000">
                <a:solidFill>
                  <a:srgbClr val="2C3E50"/>
                </a:solidFill>
              </a:defRPr>
            </a:pPr>
            <a:r>
              <a:t>這是一個擁抱 AI 的時代</a:t>
            </a:r>
          </a:p>
          <a:p>
            <a:pPr algn="ctr">
              <a:defRPr sz="2000">
                <a:solidFill>
                  <a:srgbClr val="2C3E50"/>
                </a:solidFill>
              </a:defRPr>
            </a:pPr>
            <a:r>
              <a:t>這是一個充滿機會的階段</a:t>
            </a:r>
          </a:p>
          <a:p>
            <a:pPr algn="ctr">
              <a:defRPr sz="2000">
                <a:solidFill>
                  <a:srgbClr val="2C3E50"/>
                </a:solidFill>
              </a:defRPr>
            </a:pPr>
          </a:p>
          <a:p>
            <a:pPr algn="ctr">
              <a:defRPr sz="2000">
                <a:solidFill>
                  <a:srgbClr val="2C3E50"/>
                </a:solidFill>
              </a:defRPr>
            </a:pPr>
            <a:r>
              <a:t>讓我們一起駕馭工具、創造價值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ACB2"/>
                </a:solidFill>
              </a:defRPr>
            </a:pPr>
            <a:r>
              <a:t>歡迎加入遊戲家！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📞 聯絡資訊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遊戲家資訊科技有限公司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品牌：ONE桌遊 / 智摸科技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營運店家：105 家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會員數：10萬+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電話：阿建 0975-170-840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如有任何問題，歡迎隨時向直屬主管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或阿建總經理詢問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