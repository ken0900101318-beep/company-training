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2C3E50"/>
                </a:solidFill>
              </a:defRPr>
            </a:pPr>
            <a:r>
              <a:t>歡迎加入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27ACB2"/>
                </a:solidFill>
              </a:defRPr>
            </a:pPr>
            <a:r>
              <a:t>遊戲家資訊科技有限公司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46464"/>
                </a:solidFill>
              </a:defRPr>
            </a:pPr>
            <a:r>
              <a:t>新人教育訓練（完整版 - 24張）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🏢 公司概況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105 營運店家、10萬 會員、24/7 無人營運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ONE桌遊 - 全台最大自助麻將桌遊連鎖品牌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AI 智能管理系統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子品牌「智摸科技」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📖 品牌故事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2023/7 - 第一家店開幕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2024 - 50 家店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2025 - 100 家店 + 10萬會員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2025/11 - 正式導入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👥 核心團隊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林建佑 - 負責人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林建宏 Ken（阿建）- 總經理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小圓 - 業務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小兔 - 會計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🤖 AI 時代的轉型思維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正邁入 AI 時代（2-3年）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工具變化快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讓工具協助工作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效率可達過去10倍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🎯 駕馭 AI，而非被取代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不用擔心AI取代誰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重點是駕馭AI創造高效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不改革就會被淘汰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會用AI &gt; 不會用AI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🚀 公司發展階段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快速發展期：1家→105家（3年內）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無人概念→AI管理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需要共同衝刺的夥伴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能駕馭工具的人才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💼 工作期待 - 醜話說在前面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🚫 最不喜歡聽到：「我不會」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基本能力：統整、資料收集（AI可輔助）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需要：會思考、會整理、會主動的人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📋 正確的工作態度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先彙整任務→初步結果→討論調整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✅可接受：結果不理想、判斷不同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❌不接受：沒嘗試就說不會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📅 工作節奏與溝通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每週二下午2:00 - 週會議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整理一週狀況、報告進度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群組即時溝通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重要事項開會再重複一次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💰 薪資福利制度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薪資結構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💵 底薪：依職位而定（面談時詳談）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💵 績效獎金：依實際表現與公司營收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💵 年終獎金：依年度表現發放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📅 發薪日：每月 5 號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💳 發薪方式：匯款到指定帳戶（國泰世華優先，其他銀行也可）</a:t>
            </a:r>
          </a:p>
          <a:p>
            <a:pPr>
              <a:defRPr sz="1400">
                <a:solidFill>
                  <a:srgbClr val="505050"/>
                </a:solidFill>
              </a:defRPr>
            </a:pP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保險福利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✅ 勞保、健保（到職日起算）</a:t>
            </a:r>
          </a:p>
          <a:p>
            <a:pPr>
              <a:defRPr sz="1400">
                <a:solidFill>
                  <a:srgbClr val="505050"/>
                </a:solidFill>
              </a:defRPr>
            </a:pP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休假制度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🏖️ 特休：依勞基法規定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🏥 病假、事假：依勞基法規定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📅 週休二日，依勞基法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📝 請假與加班規定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請假流程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1. 透過 LINE 向阿建申請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2. 需提前至少一天告知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3. 由阿建批准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4. 緊急狀況請電話聯絡阿建</a:t>
            </a:r>
          </a:p>
          <a:p>
            <a:pPr>
              <a:defRPr sz="1600">
                <a:solidFill>
                  <a:srgbClr val="505050"/>
                </a:solidFill>
              </a:defRPr>
            </a:pP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加班規定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⏰ 加班費計算：依勞基法規定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🔄 補休規則：主管同意後執行</a:t>
            </a:r>
          </a:p>
          <a:p>
            <a:pPr>
              <a:defRPr sz="1600">
                <a:solidFill>
                  <a:srgbClr val="505050"/>
                </a:solidFill>
              </a:defRPr>
            </a:pP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⚠️ 重要提醒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週會（每週二下午2:00）為固定會議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若無法參加需提前告知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🎯 各職位職責與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業務（小圓）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日常工作：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  • 加盟諮詢接待、店家裝潢監工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  • 材料訂購追蹤、客戶關係維護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KPI 指標：每季調整一次</a:t>
            </a:r>
          </a:p>
          <a:p>
            <a:pPr>
              <a:defRPr sz="1400">
                <a:solidFill>
                  <a:srgbClr val="505050"/>
                </a:solidFill>
              </a:defRPr>
            </a:pP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會計（小兔）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日常工作：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  • 帳務處理、報表製作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  • 發票開立、薪資計算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KPI 指標：每季調整一次</a:t>
            </a:r>
          </a:p>
          <a:p>
            <a:pPr>
              <a:defRPr sz="1400">
                <a:solidFill>
                  <a:srgbClr val="505050"/>
                </a:solidFill>
              </a:defRPr>
            </a:pP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💡 具體 KPI 數字與考核標準將由主管說明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🔧 系統操作教學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內部系統：ONE桌遊管理、倉儲、AI客服、打掃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AI工具：ChatGPT/Claude、Google Workspace、LINE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帳號密碼由阿建提供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🚨 緊急處理流程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店家緊急狀況：門鎖故障、設備故障、客訴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聯絡人：</a:t>
            </a:r>
          </a:p>
          <a:p>
            <a:pPr lvl="1">
              <a:defRPr sz="1600">
                <a:solidFill>
                  <a:srgbClr val="505050"/>
                </a:solidFill>
              </a:defRPr>
            </a:pPr>
            <a:r>
              <a:t>  林建宏（阿建）0975-170-840</a:t>
            </a:r>
          </a:p>
          <a:p>
            <a:pPr lvl="1">
              <a:defRPr sz="1600">
                <a:solidFill>
                  <a:srgbClr val="505050"/>
                </a:solidFill>
              </a:defRPr>
            </a:pPr>
            <a:r>
              <a:t>  林建佑 0920-119-696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❓ 常見問題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Q: 忘記打卡？A: 立即LINE通知阿建補登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Q: 臨時請假？A: LINE阿建，提前一天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Q: 系統登不進去？A: 找阿建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Q: 午餐提供嗎？A: 無，請自理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Q: 多久調薪？A: KPI每季調整一次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📚 成功/失敗案例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✅ 善用AI工具提升效率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✅ 主動發現問題省成本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❌ 說「我不會」導致延誤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❌ 溝通不確實導致誤會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🌟 公司願景與目標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2026年目標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📈 ONE桌遊拓展到 140 家店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🚀 智摸突破 30 家店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💡 新型模式研發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🤖 AI產品搶佔市場（SaaS模式）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🔒 保密與資訊安全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保密協議：客戶資料、營收數據、AI程式碼不外流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資安規範：密碼12字元、禁共用帳號、離職交還權限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違規後果：警告→記過→解雇+法律追訴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🏢 辦公室實務資訊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上班時間：13:00-21:00（下午1點到晚上9點）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打卡：臉部辨識，二樓辦公室入口處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垃圾：不用分類，放門口右邊緊急配電處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環境：每週一次專人打掃大環境及廁所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📈 職涯發展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從執行→管理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從單一職能→跨領域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從傳統→AI協作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從員工→核心夥伴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你將學到：AI工作方法、快速成長企業營運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🌟 公司文化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🚀 快速行動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🤝 團隊協作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💡 擁抱創新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工具&gt;經驗、思考&gt;執行、速度&gt;完美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一起衝刺未來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7ACB2"/>
                </a:solidFill>
              </a:defRPr>
            </a:pPr>
            <a:r>
              <a:t>歡迎加入遊戲家！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📞 聯絡資訊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遊戲家資訊科技有限公司</a:t>
            </a:r>
          </a:p>
          <a:p>
            <a:pPr>
              <a:defRPr sz="1800">
                <a:solidFill>
                  <a:srgbClr val="505050"/>
                </a:solidFill>
              </a:defRPr>
            </a:pP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品牌：ONE桌遊 / 智摸科技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營運店家：105 家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會員數：10萬+</a:t>
            </a:r>
          </a:p>
          <a:p>
            <a:pPr>
              <a:defRPr sz="1800">
                <a:solidFill>
                  <a:srgbClr val="505050"/>
                </a:solidFill>
              </a:defRPr>
            </a:pP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電話：阿建 0975-170-840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Email：【待補充】</a:t>
            </a:r>
          </a:p>
          <a:p>
            <a:pPr>
              <a:defRPr sz="1800">
                <a:solidFill>
                  <a:srgbClr val="505050"/>
                </a:solidFill>
              </a:defRPr>
            </a:pP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如有任何問題，歡迎隨時向直屬主管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或阿建總經理詢問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