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新人教育訓練（完整視覺版-24張）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105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營運店家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10萬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會員數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24/7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無人營運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474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ONE桌遊-自助桌遊館品牌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✅全台最大自助麻將桌遊連鎖品牌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✅AI智能管理系統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✅24小時無人營運模式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✅子品牌「智摸科技」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📖品牌故事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2023/7-第一家店開幕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2024-50家店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2025-100家店+10萬會員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2025/11-導入AI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👥核心團隊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林建佑-負責人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林建宏Ken(阿建)-總經理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小圓-業務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小兔-會計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🤖AI時代的轉型思維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當前時代背景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正邁入AI時代(2-3年)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工具變化快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效率提升遠超過去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必須習慣的改變: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🚀讓工具協助工作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🚀從我來做→我來管理工具做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🚀效率可達10倍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🎯駕馭AI而非被取代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⚠️關鍵觀念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不用擔心AI取代誰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重點是駕馭AI創造高效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不改革就會被淘汰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⭐會用AI&gt;不會用AI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⭐主動學習&gt;固守舊方法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🚀公司發展階段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0116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快速發展期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1家→105家(3年)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無人概念→AI管理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單一品牌→多品牌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手動→全自動化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需要什麼夥伴?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🚀共同衝刺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🚀快速適應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🚀主動學習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🚀駕馭工具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💼工作期待-醜話說在前面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0972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🚫Ken最不喜歡聽到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「我不會」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基本能力: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✅統整-整理資訊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✅資料收集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✅AI工具可完整協助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需要:會思考/會整理/會主動的人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📋正確的工作態度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347472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5603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可以接受vs無法接受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✅結果不理想-沒關係可調整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✅判斷不同-沒關係可討論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❌沒嘗試就說不會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❌不思考等答案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收到任務後: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🎯先簡單彙整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🎯整理初步結果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🎯開會討論調整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📅工作節奏與溝通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0116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每週二下午2:00-週會議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📊整理一週狀況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📢報告進度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💬討論方案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🎯設定目標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日常溝通: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✅群組即時討論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✅重要事項即時宣布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⚠️重要事項開會再重複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💰薪資福利制度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💡以下為福利制度，具體數字面談時詳談</a:t>
                      </a:r>
                    </a:p>
                  </a:txBody>
                  <a:tcPr>
                    <a:solidFill>
                      <a:srgbClr val="D1EC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薪資:依職位(面談詳談)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績效獎金:依表現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年終:依年度表現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發薪日:每月5號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發薪方式:匯款(國泰優先)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保險:勞健保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休假:週休二日/勞基法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📝請假與加班規定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475488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⚠️重要提醒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週會(週二下午2:00)為固定會議,無法參加需提前告知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請假流程: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1.LINE向阿建申請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2.提前至少一天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3.由阿建批准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4.緊急狀況電話聯絡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加班:依勞基法,補休需主管同意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🎯各職位職責與KPI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業務(小圓):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加盟諮詢/裝潢監工/材料訂購/客戶維護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KPI:每季調整一次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會計(小兔):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帳務/報表/發票/薪資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KPI:每季調整一次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💡具體KPI由主管說明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🔧系統操作教學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502920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💡帳號密碼由阿建提供</a:t>
                      </a:r>
                    </a:p>
                  </a:txBody>
                  <a:tcPr>
                    <a:solidFill>
                      <a:srgbClr val="D1EC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內部系統: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🏪ONE桌遊管理-店家/訂單/會員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📦倉儲-庫存/進出貨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🤖AI客服-自動回覆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🧹打掃-任務派發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AI工具: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💬ChatGPT/Claude-資料整理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📄Google Workspace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📱LINE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💻GitHub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🚨緊急處理流程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4114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8288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⚠️緊急聯絡人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林建宏(阿建)總經理-0975-170-840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林建佑(負責人)-0920-119-696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技術支援-阿建0975-170-840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店家緊急狀況: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•門鎖故障→安撫→遠端開鎖→通知業務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•設備故障→記錄→通知業務→派工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•客訴→了解→安撫→通報主管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•系統當機→確認範圍→通知技術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❓常見問題FAQ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關於工作: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Q:忘記打卡?A:LINE通知阿建補登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Q:臨時請假?A:LINE阿建提前一天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關於公司: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Q:午餐提供嗎?A:無請自理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Q:在家工作?A:目前須到辦公室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Q:多久調薪?A:KPI每季調整,表現優異會調薪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📚成功/失敗案例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420624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❌失敗案例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案例1:說不會導致延誤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→教訓:先用AI/Google找答案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案例2:溝通不確實導致誤會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→教訓:重要事項確認對方收到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✅成功:善用AI工具,7天→3天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✅成功:主動發現問題省50萬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🌟公司願景與目標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475488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1887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長期願景(5年+)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✨重新定義休閒娛樂產業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✨AI驅動無人營運標準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✨成為產業標竿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2026年目標: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📈ONE桌遊140家店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🚀智摸30家店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💡新型模式研發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🤖AI產品搶佔市場(SaaS)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中期(3年):全台最大/海外市場/培訓學院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🔒保密與資訊安全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502920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⚠️違規後果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警告→記過→解雇+法律追訴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保密:客戶資料/營收數據/AI程式碼-不外流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資安規範: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🔑密碼12字元含英數符號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🔑禁共用帳號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🔑離職交還權限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🔑LINE群組禁截圖外傳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🏢辦公室實務資訊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上班時間: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⏰13:00-21:00(下午1點到晚上9點)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⏰無彈性工時,固定時段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🍱午餐可自行安排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辦公地點: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🔑打卡:臉部辨識,二樓辦公室入口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環境: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♻️垃圾不用分類,放門口右邊緊急配電處,每天有人收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🧹每週一次專人打掃大環境及廁所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📈職涯發展與成長機會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34747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你將學到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🎯AI時代的工作方法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🎯快速成長企業營運模式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🎯多系統整合實戰經驗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🎯從0到1建立新事業能力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公司快速發展期,機會多: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📊從執行→管理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📊從單一職能→跨領域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📊從傳統→AI協作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📊從員工→核心夥伴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🌟公司文化與價值觀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核心價值: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🚀快速行動-想到就做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🤝團隊協作-一起衝刺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💡擁抱創新-用AI用新工具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我們相信: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⭐工具&gt;經驗(AI時代)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⭐思考&gt;執行(駕馭工具)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⭐速度&gt;完美(快速迭代)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⭐成長&gt;穩定(發展期)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3774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74320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你選擇加入我們,代表你認同我們的理念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這是快速成長的團隊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這是擁抱AI的時代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這是充滿機會的階段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讓我們一起駕馭工具/創造價值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CB2"/>
                </a:solidFill>
              </a:defRPr>
            </a:pPr>
            <a:r>
              <a:t>歡迎加入遊戲家!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遊戲家資訊科技有限公司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品牌:ONE桌遊/智摸科技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營運店家:105家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會員數:10萬+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電話:阿建0975-170-840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如有問題,歡迎隨時向直屬主管或阿建總經理詢問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