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歡迎加入</a:t>
            </a:r>
          </a:p>
          <a:p>
            <a:pPr algn="ctr">
              <a:defRPr sz="3200">
                <a:solidFill>
                  <a:srgbClr val="27ACB2"/>
                </a:solidFill>
              </a:defRPr>
            </a:pPr>
            <a:r>
              <a:t>遊戲家資訊科技有限公司\n新人教育訓練（完整版）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105 營運店家、10萬 會員、24/7 無人營運</a:t>
            </a:r>
          </a:p>
          <a:p>
            <a:pPr>
              <a:defRPr sz="1600"/>
            </a:pPr>
            <a:r>
              <a:t>ONE桌遊 - 全台最大自助麻將桌遊連鎖品牌</a:t>
            </a:r>
          </a:p>
          <a:p>
            <a:pPr>
              <a:defRPr sz="1600"/>
            </a:pPr>
            <a:r>
              <a:t>AI 智能管理系統（門鎖、監控、繳費）</a:t>
            </a:r>
          </a:p>
          <a:p>
            <a:pPr>
              <a:defRPr sz="1600"/>
            </a:pPr>
            <a:r>
              <a:t>子品牌「智摸科技」- 麻將自助系統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2023/7 - 第一家店開幕</a:t>
            </a:r>
          </a:p>
          <a:p>
            <a:pPr>
              <a:defRPr sz="1600"/>
            </a:pPr>
            <a:r>
              <a:t>2024 - 快速擴張至 50 家店</a:t>
            </a:r>
          </a:p>
          <a:p>
            <a:pPr>
              <a:defRPr sz="1600"/>
            </a:pPr>
            <a:r>
              <a:t>2025 - 突破 100 家店、10萬會員</a:t>
            </a:r>
          </a:p>
          <a:p>
            <a:pPr>
              <a:defRPr sz="1600"/>
            </a:pPr>
            <a:r>
              <a:t>2025/11 - 正式導入 AI 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建佑 - 負責人</a:t>
            </a:r>
          </a:p>
          <a:p>
            <a:pPr>
              <a:defRPr sz="1600"/>
            </a:pPr>
            <a:r>
              <a:t>Ken（阿建）- 總經理</a:t>
            </a:r>
          </a:p>
          <a:p>
            <a:pPr>
              <a:defRPr sz="1600"/>
            </a:pPr>
            <a:r>
              <a:t>小圓 - 業務</a:t>
            </a:r>
          </a:p>
          <a:p>
            <a:pPr>
              <a:defRPr sz="1600"/>
            </a:pPr>
            <a:r>
              <a:t>小兔 - 會計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正邁入 AI 時代（2-3 年轉型期）</a:t>
            </a:r>
          </a:p>
          <a:p>
            <a:pPr>
              <a:defRPr sz="1600"/>
            </a:pPr>
            <a:r>
              <a:t>工具變化快，輔助能力強</a:t>
            </a:r>
          </a:p>
          <a:p>
            <a:pPr>
              <a:defRPr sz="1600"/>
            </a:pPr>
            <a:r>
              <a:t>讓工具來協助工作，而非全靠人工</a:t>
            </a:r>
          </a:p>
          <a:p>
            <a:pPr>
              <a:defRPr sz="1600"/>
            </a:pPr>
            <a:r>
              <a:t>工作效率可以是過去的 10 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⚠️ 不用擔心 AI 能取代掉誰</a:t>
            </a:r>
          </a:p>
          <a:p>
            <a:pPr>
              <a:defRPr sz="1600"/>
            </a:pPr>
            <a:r>
              <a:t>重點是如何駕馭 AI，創造更高效率及產值</a:t>
            </a:r>
          </a:p>
          <a:p>
            <a:pPr>
              <a:defRPr sz="1600"/>
            </a:pPr>
            <a:r>
              <a:t>不改革，就會被改革淘汰</a:t>
            </a:r>
          </a:p>
          <a:p>
            <a:pPr>
              <a:defRPr sz="1600"/>
            </a:pPr>
            <a:r>
              <a:t>會用 AI 的人 &gt; 不會用 AI 的人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🚫 Ken（阿建）最不喜歡聽到：「我不會」</a:t>
            </a:r>
          </a:p>
          <a:p>
            <a:pPr>
              <a:defRPr sz="1600"/>
            </a:pPr>
            <a:r>
              <a:t>基本能力：統整、資料收集（AI 可輔助）</a:t>
            </a:r>
          </a:p>
          <a:p>
            <a:pPr>
              <a:defRPr sz="1600"/>
            </a:pPr>
            <a:r>
              <a:t>我們需要：會思考、會整理、會主動嘗試的人</a:t>
            </a:r>
          </a:p>
          <a:p>
            <a:pPr>
              <a:defRPr sz="1600"/>
            </a:pPr>
            <a:r>
              <a:t>先彙整任務 → 整理初步結果 → 開會討論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✅ 可接受：結果不理想、判斷不同</a:t>
            </a:r>
          </a:p>
          <a:p>
            <a:pPr>
              <a:defRPr sz="1600"/>
            </a:pPr>
            <a:r>
              <a:t>❌ 不接受：沒嘗試就說不會、等別人給答案</a:t>
            </a:r>
          </a:p>
          <a:p>
            <a:pPr>
              <a:defRPr sz="1600"/>
            </a:pPr>
            <a:r>
              <a:t>收到任務：先彙整（用工具）→ 初步結果 → 討論調整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每週二下午 2:00 - 週會議</a:t>
            </a:r>
          </a:p>
          <a:p>
            <a:pPr lvl="1">
              <a:defRPr sz="1600"/>
            </a:pPr>
            <a:r>
              <a:t>  整理一週狀況、報告進度、討論方案</a:t>
            </a:r>
          </a:p>
          <a:p>
            <a:pPr>
              <a:defRPr sz="1600"/>
            </a:pPr>
            <a:r>
              <a:t>日常溝通：群組即時討論</a:t>
            </a:r>
          </a:p>
          <a:p>
            <a:pPr>
              <a:defRPr sz="1600"/>
            </a:pPr>
            <a:r>
              <a:t>⚠️ 重要事項開會需再重複一次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💰 薪資福利制度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薪資結構：底薪、績效獎金、年終獎金【待填寫】</a:t>
            </a:r>
          </a:p>
          <a:p>
            <a:pPr>
              <a:defRPr sz="1600"/>
            </a:pPr>
            <a:r>
              <a:t>發薪日：每月 __ 號【待填寫】</a:t>
            </a:r>
          </a:p>
          <a:p>
            <a:pPr>
              <a:defRPr sz="1600"/>
            </a:pPr>
            <a:r>
              <a:t>保險：勞保、健保（到職日起算）</a:t>
            </a:r>
          </a:p>
          <a:p>
            <a:pPr>
              <a:defRPr sz="1600"/>
            </a:pPr>
            <a:r>
              <a:t>休假：特休、病假、事假【待填寫規定】</a:t>
            </a:r>
          </a:p>
          <a:p>
            <a:pPr>
              <a:defRPr sz="1600"/>
            </a:pPr>
            <a:r>
              <a:t>💡 具體數字將由主管說明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📝 請假與加班規定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請假流程：【待填寫申請方式】</a:t>
            </a:r>
          </a:p>
          <a:p>
            <a:pPr lvl="1">
              <a:defRPr sz="1600"/>
            </a:pPr>
            <a:r>
              <a:t>  需提前 __ 天（小時）</a:t>
            </a:r>
          </a:p>
          <a:p>
            <a:pPr lvl="1">
              <a:defRPr sz="1600"/>
            </a:pPr>
            <a:r>
              <a:t>  由主管批准</a:t>
            </a:r>
          </a:p>
          <a:p>
            <a:pPr>
              <a:defRPr sz="1600"/>
            </a:pPr>
            <a:r>
              <a:t>加班規定：加班費計算【待填寫】</a:t>
            </a:r>
          </a:p>
          <a:p>
            <a:pPr>
              <a:defRPr sz="1600"/>
            </a:pPr>
            <a:r>
              <a:t>⚠️ 週會（週二下午2:00）為固定會議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📆 第一週工作計畫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Day 1 - 報到日</a:t>
            </a:r>
          </a:p>
          <a:p>
            <a:pPr lvl="1">
              <a:defRPr sz="1600"/>
            </a:pPr>
            <a:r>
              <a:t>  09:00 報到、10:00 環境介紹、14:00 新人簡報</a:t>
            </a:r>
          </a:p>
          <a:p>
            <a:pPr>
              <a:defRPr sz="1600"/>
            </a:pPr>
            <a:r>
              <a:t>Day 2-3 - 熟悉階段</a:t>
            </a:r>
          </a:p>
          <a:p>
            <a:pPr lvl="1">
              <a:defRPr sz="1600"/>
            </a:pPr>
            <a:r>
              <a:t>  系統教學、跟著前輩觀察、閱讀 SOP</a:t>
            </a:r>
          </a:p>
          <a:p>
            <a:pPr>
              <a:defRPr sz="1600"/>
            </a:pPr>
            <a:r>
              <a:t>Day 4-5 - 實作階段</a:t>
            </a:r>
          </a:p>
          <a:p>
            <a:pPr lvl="1">
              <a:defRPr sz="1600"/>
            </a:pPr>
            <a:r>
              <a:t>  開始簡單任務、實際操作、第一週回顧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各職位職責與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業務（小圓）</a:t>
            </a:r>
          </a:p>
          <a:p>
            <a:pPr lvl="1">
              <a:defRPr sz="1600"/>
            </a:pPr>
            <a:r>
              <a:t>  日常：加盟諮詢、裝潢監工、材料訂購</a:t>
            </a:r>
          </a:p>
          <a:p>
            <a:pPr lvl="1">
              <a:defRPr sz="1600"/>
            </a:pPr>
            <a:r>
              <a:t>  KPI：新簽約店數、準時完工率、客戶滿意度</a:t>
            </a:r>
          </a:p>
          <a:p>
            <a:pPr>
              <a:defRPr sz="1600"/>
            </a:pPr>
            <a:r>
              <a:t>會計（小兔）</a:t>
            </a:r>
          </a:p>
          <a:p>
            <a:pPr lvl="1">
              <a:defRPr sz="1600"/>
            </a:pPr>
            <a:r>
              <a:t>  日常：帳務處理、報表製作、發票開立</a:t>
            </a:r>
          </a:p>
          <a:p>
            <a:pPr lvl="1">
              <a:defRPr sz="1600"/>
            </a:pPr>
            <a:r>
              <a:t>  KPI：帳務正確率、報表準時繳交</a:t>
            </a:r>
          </a:p>
          <a:p>
            <a:pPr>
              <a:defRPr sz="1600"/>
            </a:pPr>
            <a:r>
              <a:t>💡 具體 KPI 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🔧 系統操作教學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內部系統</a:t>
            </a:r>
          </a:p>
          <a:p>
            <a:pPr lvl="1">
              <a:defRPr sz="1600"/>
            </a:pPr>
            <a:r>
              <a:t>  ONE桌遊管理、倉儲系統、AI客服、打掃系統</a:t>
            </a:r>
          </a:p>
          <a:p>
            <a:pPr>
              <a:defRPr sz="1600"/>
            </a:pPr>
            <a:r>
              <a:t>AI 工具輔助</a:t>
            </a:r>
          </a:p>
          <a:p>
            <a:pPr lvl="1">
              <a:defRPr sz="1600"/>
            </a:pPr>
            <a:r>
              <a:t>  ChatGPT/Claude、Google Workspace、LINE、GitHub</a:t>
            </a:r>
          </a:p>
          <a:p>
            <a:pPr>
              <a:defRPr sz="1600"/>
            </a:pPr>
            <a:r>
              <a:t>💡 帳號密碼由主管提供，操作手冊見 Google Drive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🚨 緊急處理流程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店家緊急狀況</a:t>
            </a:r>
          </a:p>
          <a:p>
            <a:pPr lvl="1">
              <a:defRPr sz="1600"/>
            </a:pPr>
            <a:r>
              <a:t>  門鎖故障 → 遠端開鎖 → 通知業務</a:t>
            </a:r>
          </a:p>
          <a:p>
            <a:pPr lvl="1">
              <a:defRPr sz="1600"/>
            </a:pPr>
            <a:r>
              <a:t>  設備故障 → 記錄問題 → 派工維修</a:t>
            </a:r>
          </a:p>
          <a:p>
            <a:pPr lvl="1">
              <a:defRPr sz="1600"/>
            </a:pPr>
            <a:r>
              <a:t>  客訴處理 → 了解情況 → 通報主管</a:t>
            </a:r>
          </a:p>
          <a:p>
            <a:pPr>
              <a:defRPr sz="1600"/>
            </a:pPr>
            <a:r>
              <a:t>緊急聯絡人【待填寫電話】</a:t>
            </a:r>
          </a:p>
          <a:p>
            <a:pPr lvl="1">
              <a:defRPr sz="1600"/>
            </a:pPr>
            <a:r>
              <a:t>  Ken（總經理）、建佑（負責人）、小圓（業務）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❓ 常見問題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Q: 忘記打卡怎麼辦？【待填寫】</a:t>
            </a:r>
          </a:p>
          <a:p>
            <a:pPr>
              <a:defRPr sz="1600"/>
            </a:pPr>
            <a:r>
              <a:t>Q: 臨時請假要找誰？告知主管 + 填請假單</a:t>
            </a:r>
          </a:p>
          <a:p>
            <a:pPr>
              <a:defRPr sz="1600"/>
            </a:pPr>
            <a:r>
              <a:t>Q: 系統登不進去找誰？【IT 支援】</a:t>
            </a:r>
          </a:p>
          <a:p>
            <a:pPr>
              <a:defRPr sz="1600"/>
            </a:pPr>
            <a:r>
              <a:t>Q: 週會沒空參加？提前告知 Ken</a:t>
            </a:r>
          </a:p>
          <a:p>
            <a:pPr>
              <a:defRPr sz="1600"/>
            </a:pPr>
            <a:r>
              <a:t>Q: 午餐公司有提供嗎？【待填寫】</a:t>
            </a:r>
          </a:p>
          <a:p>
            <a:pPr>
              <a:defRPr sz="1600"/>
            </a:pPr>
            <a:r>
              <a:t>Q: 可以在家工作嗎？【待填寫】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📚 成功/失敗案例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✅ 成功：用 AI 工具 3 天完成過去 7 天的工作</a:t>
            </a:r>
          </a:p>
          <a:p>
            <a:pPr>
              <a:defRPr sz="1600"/>
            </a:pPr>
            <a:r>
              <a:t>✅ 成功：主動發現問題，省下 50 萬成本</a:t>
            </a:r>
          </a:p>
          <a:p>
            <a:pPr>
              <a:defRPr sz="1600"/>
            </a:pPr>
            <a:r>
              <a:t>❌ 失敗：說「我不會」導致延誤</a:t>
            </a:r>
          </a:p>
          <a:p>
            <a:pPr>
              <a:defRPr sz="1600"/>
            </a:pPr>
            <a:r>
              <a:t>❌ 失敗：溝通不確實導致誤會</a:t>
            </a:r>
          </a:p>
          <a:p>
            <a:pPr>
              <a:defRPr sz="1600"/>
            </a:pPr>
            <a:r>
              <a:t>💡 善用工具、主動思考、確實溝通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公司願景與目標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短期（1年）：150家店、AI客服全面導入</a:t>
            </a:r>
          </a:p>
          <a:p>
            <a:pPr>
              <a:defRPr sz="1600"/>
            </a:pPr>
            <a:r>
              <a:t>中期（3年）：全台最大、海外市場、培訓學院</a:t>
            </a:r>
          </a:p>
          <a:p>
            <a:pPr>
              <a:defRPr sz="1600"/>
            </a:pPr>
            <a:r>
              <a:t>長期（5年+）</a:t>
            </a:r>
          </a:p>
          <a:p>
            <a:pPr lvl="1">
              <a:defRPr sz="1600"/>
            </a:pPr>
            <a:r>
              <a:t>  ✨ 重新定義休閒娛樂產業</a:t>
            </a:r>
          </a:p>
          <a:p>
            <a:pPr lvl="1">
              <a:defRPr sz="1600"/>
            </a:pPr>
            <a:r>
              <a:t>  ✨ AI 驅動的無人營運標準</a:t>
            </a:r>
          </a:p>
          <a:p>
            <a:pPr lvl="1">
              <a:defRPr sz="1600"/>
            </a:pPr>
            <a:r>
              <a:t>  ✨ 成為產業標竿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🔒 保密與資訊安全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保密協議</a:t>
            </a:r>
          </a:p>
          <a:p>
            <a:pPr lvl="1">
              <a:defRPr sz="1600"/>
            </a:pPr>
            <a:r>
              <a:t>  客戶資料、營收數據、AI程式碼 - 不外流</a:t>
            </a:r>
          </a:p>
          <a:p>
            <a:pPr>
              <a:defRPr sz="1600"/>
            </a:pPr>
            <a:r>
              <a:t>資訊安全規範</a:t>
            </a:r>
          </a:p>
          <a:p>
            <a:pPr lvl="1">
              <a:defRPr sz="1600"/>
            </a:pPr>
            <a:r>
              <a:t>  密碼至少12字元、禁止共用帳號、離職交還權限</a:t>
            </a:r>
          </a:p>
          <a:p>
            <a:pPr>
              <a:defRPr sz="1600"/>
            </a:pPr>
            <a:r>
              <a:t>違規後果</a:t>
            </a:r>
          </a:p>
          <a:p>
            <a:pPr lvl="1">
              <a:defRPr sz="1600"/>
            </a:pPr>
            <a:r>
              <a:t>  警告 → 記過 → 解雇 + 法律追訴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上下班時間：【待填寫】</a:t>
            </a:r>
          </a:p>
          <a:p>
            <a:pPr>
              <a:defRPr sz="1600"/>
            </a:pPr>
            <a:r>
              <a:t>辦公地點：【待填寫地址】</a:t>
            </a:r>
          </a:p>
          <a:p>
            <a:pPr>
              <a:defRPr sz="1600"/>
            </a:pPr>
            <a:r>
              <a:t>停車資訊：【待填寫】</a:t>
            </a:r>
          </a:p>
          <a:p>
            <a:pPr>
              <a:defRPr sz="1600"/>
            </a:pPr>
            <a:r>
              <a:t>辦公環境：茶水間、洗手間、會議室【待填寫位置】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📈 職涯發展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從執行 → 管理</a:t>
            </a:r>
          </a:p>
          <a:p>
            <a:pPr>
              <a:defRPr sz="1600"/>
            </a:pPr>
            <a:r>
              <a:t>從單一職能 → 跨領域</a:t>
            </a:r>
          </a:p>
          <a:p>
            <a:pPr>
              <a:defRPr sz="1600"/>
            </a:pPr>
            <a:r>
              <a:t>從傳統工作 → AI 協作</a:t>
            </a:r>
          </a:p>
          <a:p>
            <a:pPr>
              <a:defRPr sz="1600"/>
            </a:pPr>
            <a:r>
              <a:t>從員工 → 核心夥伴</a:t>
            </a:r>
          </a:p>
          <a:p>
            <a:pPr>
              <a:defRPr sz="1600"/>
            </a:pPr>
            <a:r>
              <a:t>你將學到：AI工作方法、快速成長企業營運、</a:t>
            </a:r>
          </a:p>
          <a:p>
            <a:pPr lvl="1">
              <a:defRPr sz="1600"/>
            </a:pPr>
            <a:r>
              <a:t>  多系統整合、0到1建立新事業的能力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公司文化與價值觀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🚀 快速行動 - 想到就做，邊做邊調整</a:t>
            </a:r>
          </a:p>
          <a:p>
            <a:pPr>
              <a:defRPr sz="1600"/>
            </a:pPr>
            <a:r>
              <a:t>🤝 團隊協作 - 一起衝刺，共享成果</a:t>
            </a:r>
          </a:p>
          <a:p>
            <a:pPr>
              <a:defRPr sz="1600"/>
            </a:pPr>
            <a:r>
              <a:t>💡 擁抱創新 - 用 AI，用新工具</a:t>
            </a:r>
          </a:p>
          <a:p>
            <a:pPr>
              <a:defRPr sz="1600"/>
            </a:pPr>
            <a:r>
              <a:t>我們相信</a:t>
            </a:r>
          </a:p>
          <a:p>
            <a:pPr lvl="1">
              <a:defRPr sz="1600"/>
            </a:pPr>
            <a:r>
              <a:t>  工具&gt;經驗、思考&gt;執行、速度&gt;完美、成長&gt;穩定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  <a:p>
            <a:pPr algn="ctr">
              <a:defRPr sz="3200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遊戲家資訊科技有限公司</a:t>
            </a:r>
          </a:p>
          <a:p>
            <a:pPr>
              <a:defRPr sz="1600"/>
            </a:pPr>
            <a:r>
              <a:t>品牌：ONE桌遊 / 智摸科技</a:t>
            </a:r>
          </a:p>
          <a:p>
            <a:pPr>
              <a:defRPr sz="1600"/>
            </a:pPr>
            <a:r>
              <a:t>營運店家：105 家</a:t>
            </a:r>
          </a:p>
          <a:p>
            <a:pPr>
              <a:defRPr sz="1600"/>
            </a:pPr>
            <a:r>
              <a:t>會員數：10萬+</a:t>
            </a:r>
          </a:p>
          <a:p>
            <a:pPr>
              <a:defRPr sz="1600"/>
            </a:pPr>
            <a:r>
              <a:t>地址：【待填寫】</a:t>
            </a:r>
          </a:p>
          <a:p>
            <a:pPr>
              <a:defRPr sz="1600"/>
            </a:pPr>
            <a:r>
              <a:t>電話：【待填寫】</a:t>
            </a:r>
          </a:p>
          <a:p>
            <a:pPr>
              <a:defRPr sz="1600"/>
            </a:pPr>
            <a:r>
              <a:t>Email：【待填寫】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