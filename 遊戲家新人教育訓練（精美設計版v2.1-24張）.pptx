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2C3E50"/>
                </a:solidFill>
              </a:defRPr>
            </a:pPr>
            <a:r>
              <a:t>歡迎加入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27ACB2"/>
                </a:solidFill>
              </a:defRPr>
            </a:pPr>
            <a:r>
              <a:t>遊戲家資訊科技有限公司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0">
                <a:solidFill>
                  <a:srgbClr val="646464"/>
                </a:solidFill>
              </a:defRPr>
            </a:pPr>
            <a:r>
              <a:t>新人教育訓練（完整版 - 24張）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 公司概況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1371600"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105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營運店家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10萬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會員數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800" b="1">
                          <a:solidFill>
                            <a:srgbClr val="FFFFFF"/>
                          </a:solidFill>
                        </a:defRPr>
                      </a:pPr>
                      <a:r>
                        <a:t>24/7</a:t>
                      </a:r>
                    </a:p>
                    <a:p>
                      <a:pPr algn="ctr">
                        <a:defRPr sz="2000">
                          <a:solidFill>
                            <a:srgbClr val="FFFFFF"/>
                          </a:solidFill>
                        </a:defRPr>
                      </a:pPr>
                      <a:r>
                        <a:t>無人營運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29184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2860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ONE桌遊 - 自助桌遊館品牌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全台最大自助麻將桌遊連鎖品牌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AI 智能管理系統（門鎖、監控、繳費）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24小時無人營運模式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子品牌「智摸科技」- 麻將自助系統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📖 品牌故事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1371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2023/7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926080" y="1645920"/>
          <a:ext cx="48463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第一家店開幕（無人概念，尚未導入AI）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2194560"/>
          <a:ext cx="1371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2023年底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926080" y="2194560"/>
          <a:ext cx="48463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拓展至 6 家店，建立標準化營運流程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2743200"/>
          <a:ext cx="1371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2024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0" y="2743200"/>
          <a:ext cx="48463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快速擴張至 50 家店，開始研發智能管理系統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371600" y="3291840"/>
          <a:ext cx="1371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926080" y="3291840"/>
          <a:ext cx="48463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突破 100 家店，累積 10萬會員，成立子品牌「智摸科技」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71600" y="3840480"/>
          <a:ext cx="13716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2025/11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926080" y="3840480"/>
          <a:ext cx="484632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</a:tblGrid>
              <a:tr h="457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正式導入 AI 技術（智能客服、選址系統、營運分析）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👥 核心團隊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1828800">
                <a:tc>
                  <a:txBody>
                    <a:bodyPr/>
                    <a:lstStyle/>
                    <a:p>
                      <a:pPr algn="ctr">
                        <a:defRPr sz="4000"/>
                      </a:pPr>
                      <a:r>
                        <a:t>👔</a:t>
                      </a:r>
                    </a:p>
                    <a:p>
                      <a:pPr algn="ctr">
                        <a:defRPr sz="2200" b="1">
                          <a:solidFill>
                            <a:srgbClr val="2C3E50"/>
                          </a:solidFill>
                        </a:defRPr>
                      </a:pPr>
                      <a:r>
                        <a:t>林建佑</a:t>
                      </a:r>
                    </a:p>
                    <a:p>
                      <a:pPr algn="ctr">
                        <a:defRPr sz="1800">
                          <a:solidFill>
                            <a:srgbClr val="27ACB2"/>
                          </a:solidFill>
                        </a:defRPr>
                      </a:pPr>
                      <a:r>
                        <a:t>負責人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000"/>
                      </a:pPr>
                      <a:r>
                        <a:t>💼</a:t>
                      </a:r>
                    </a:p>
                    <a:p>
                      <a:pPr algn="ctr">
                        <a:defRPr sz="2200" b="1">
                          <a:solidFill>
                            <a:srgbClr val="2C3E50"/>
                          </a:solidFill>
                        </a:defRPr>
                      </a:pPr>
                      <a:r>
                        <a:t>林建宏 Ken（阿建）</a:t>
                      </a:r>
                    </a:p>
                    <a:p>
                      <a:pPr algn="ctr">
                        <a:defRPr sz="1800">
                          <a:solidFill>
                            <a:srgbClr val="27ACB2"/>
                          </a:solidFill>
                        </a:defRPr>
                      </a:pPr>
                      <a:r>
                        <a:t>總經理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algn="ctr">
                        <a:defRPr sz="4000"/>
                      </a:pPr>
                      <a:r>
                        <a:t>📱</a:t>
                      </a:r>
                    </a:p>
                    <a:p>
                      <a:pPr algn="ctr">
                        <a:defRPr sz="2200" b="1">
                          <a:solidFill>
                            <a:srgbClr val="2C3E50"/>
                          </a:solidFill>
                        </a:defRPr>
                      </a:pPr>
                      <a:r>
                        <a:t>小圓</a:t>
                      </a:r>
                    </a:p>
                    <a:p>
                      <a:pPr algn="ctr">
                        <a:defRPr sz="1800">
                          <a:solidFill>
                            <a:srgbClr val="27ACB2"/>
                          </a:solidFill>
                        </a:defRPr>
                      </a:pPr>
                      <a:r>
                        <a:t>業務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4000"/>
                      </a:pPr>
                      <a:r>
                        <a:t>💰</a:t>
                      </a:r>
                    </a:p>
                    <a:p>
                      <a:pPr algn="ctr">
                        <a:defRPr sz="2200" b="1">
                          <a:solidFill>
                            <a:srgbClr val="2C3E50"/>
                          </a:solidFill>
                        </a:defRPr>
                      </a:pPr>
                      <a:r>
                        <a:t>小兔</a:t>
                      </a:r>
                    </a:p>
                    <a:p>
                      <a:pPr algn="ctr">
                        <a:defRPr sz="1800">
                          <a:solidFill>
                            <a:srgbClr val="27ACB2"/>
                          </a:solidFill>
                        </a:defRPr>
                      </a:pPr>
                      <a:r>
                        <a:t>會計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🤖 AI 時代的轉型思維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6459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當前時代背景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我們正邁入 AI 時代（2-3 年轉型期）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工具變化快，輔助能力強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效率提升的速度遠超過去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474720"/>
          <a:ext cx="6400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1031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必須習慣的改變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🚀 讓工具來協助工作，而非全靠人工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🚀 從「我來做」轉變為「我來管理工具做」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🚀 工作效率可以是過去的 10 倍甚至更多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 駕馭 AI，而非被取代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3716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 關鍵觀念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不用擔心 AI 能取代掉誰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重點是如何駕馭 AI，創造更高效率及產值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320040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</a:tblGrid>
              <a:tr h="73152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不改革，就會被改革淘汰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114800"/>
          <a:ext cx="6400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46304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⭐ 會用 AI 的人 &gt; 不會用 AI 的人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⭐ 主動學習工具 &gt; 固守舊方法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⭐ 擁抱變化 &gt; 抗拒變化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🚀 公司發展階段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0116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我們正處於快速發展期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從 1 家店 → 105 家店（不到 3 年）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從無人概念 → AI 智能管理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從單一品牌 → 多品牌布局（智摸科技）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從手動管理 → 全自動化系統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84048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8288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我們需要什麼樣的夥伴？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🚀 願意共同衝刺的夥伴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🚀 能快速適應變化的員工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🚀 有主動學習精神的人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🚀 能駕馭工具創造價值的人才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💼 工作期待 - 醜話說在前面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0972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🚫 Ken（阿建）最不喜歡聽到的話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「我不會」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92608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3716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在 AI 時代，這些是基本能力：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統整能力 - 整理資訊、歸納重點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資料收集 - 搜尋、彙整、分析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AI 工具可以做很完整的協助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480560"/>
          <a:ext cx="6400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1887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我們需要的是什麼人？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 會思考的人  ✅ 會整理的人  ✅ 會主動嘗試的人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📋 正確的工作態度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3716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收到任務後，你應該：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🎯 先簡單彙整任務（用工具協助）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🎯 整理出初步結果（可以不完美）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🎯 開會時討論與調整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200400"/>
          <a:ext cx="64008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4688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可以接受 vs 無法接受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 結果不盡理想 - 沒關係，可以調整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✅ 判斷有些不同 - 沒關係，可以討論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❌ 完全沒嘗試就說「我不會」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❌ 不思考、不整理，等別人給答案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📅 工作節奏與溝通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0116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每週二下午 2:00 - 週會議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📊 整理一週的工作狀況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📢 報告進度與問題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💬 討論解決方案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 設定下週目標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84048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8288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日常溝通方式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群組即時討論（快速決策）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重要事項即時宣布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⚠️ 重要事項開會需再重複一次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🎯 確保所有人都吸收到訊息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💰 薪資福利制度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73152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💡 以下為公司福利制度，具體數字面談時詳談</a:t>
                      </a:r>
                    </a:p>
                  </a:txBody>
                  <a:tcPr>
                    <a:solidFill>
                      <a:srgbClr val="D1EC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560320"/>
          <a:ext cx="3017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</a:tblGrid>
              <a:tr h="30175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薪資結構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💵 底薪：依職位而定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💵 績效獎金：依實際表現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💵 年終獎金：依年度表現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📅 發薪日：每月 5 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💳 發薪方式：匯款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（國泰世華優先）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754880" y="2560320"/>
          <a:ext cx="301752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</a:tblGrid>
              <a:tr h="30175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保險與休假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✅ 勞保、健保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（到職日起算）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🏖️ 特休、病假、事假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依勞基法規定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📅 週休二日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📝 請假與加班規定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3017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</a:tblGrid>
              <a:tr h="29260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請假流程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1. 透過 LINE 向阿建申請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2. 需提前至少一天告知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3. 由阿建批准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4. 緊急狀況請電話聯絡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645920"/>
          <a:ext cx="3017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</a:tblGrid>
              <a:tr h="29260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加班規定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⏰ 加班費計算：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依勞基法規定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🔄 補休規則：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主管同意後執行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75488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9144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 重要提醒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週會（每週二下午 2:00）為固定會議，若無法參加需提前告知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🎯 各職位職責與 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8288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業務（小圓）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日常工作：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  • 加盟諮詢接待、店家裝潢監工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  • 材料訂購追蹤、客戶關係維護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KPI 指標：每季調整一次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65760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3716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會計（小兔）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日常工作：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  • 帳務處理、報表製作、發票開立、薪資計算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KPI 指標：每季調整一次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212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</a:defRPr>
            </a:pPr>
            <a:r>
              <a:t>💡 具體 KPI 數字與考核標準將由主管說明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🔧 系統操作教學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3017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</a:tblGrid>
              <a:tr h="32004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內部系統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🏪 ONE桌遊管理系統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店家管理、訂單、會員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📦 倉儲管理系統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庫存、進出貨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🤖 AI 客服系統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自動回覆、問題分類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🧹 打掃系統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任務派發、進度追蹤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645920"/>
          <a:ext cx="3017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</a:tblGrid>
              <a:tr h="32004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AI 工具輔助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💬 ChatGPT / Claude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資料整理、文案撰寫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📄 Google Workspace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文件協作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📱 LINE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即時溝通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💻 GitHub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程式碼管理（技術）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5029200"/>
          <a:ext cx="6400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73152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💡 帳號密碼由阿建提供，操作手冊將由阿建提供</a:t>
                      </a:r>
                    </a:p>
                  </a:txBody>
                  <a:tcPr>
                    <a:solidFill>
                      <a:srgbClr val="D1EC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🚨 緊急處理流程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2860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店家緊急狀況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• 門鎖故障（客戶鎖在裡面）→ 安撫客戶 → 遠端開鎖 → 通知業務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• 設備故障（麻將桌、冷氣）→ 記錄問題 → 通知業務 → 派工維修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• 客訴處理（鄰居噪音等）→ 了解情況 → 安撫客戶 → 通報主管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• 系統當機 → 確認範圍 → 通知技術 → 暫用備案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114800"/>
          <a:ext cx="6400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5544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 緊急聯絡人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林建宏（阿建）總經理 - 0975-170-840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林建佑（負責人）- 0920-119-696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技術支援 - 阿建 0975-170-840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❓ 常見問題 FAQ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30175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</a:tblGrid>
              <a:tr h="39319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關於工作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Q: 忘記打卡怎麼辦？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A: 立即 LINE 通知阿建補登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Q: 臨時請假要找誰？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A: LINE 向阿建申請，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提前一天告知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Q: 系統登不進去找誰？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A: 找阿建 0975-170-840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754880" y="1645920"/>
          <a:ext cx="30175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</a:tblGrid>
              <a:tr h="39319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關於公司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Q: 午餐公司有提供嗎？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A: 無，請自理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Q: 可以在家工作嗎？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A: 目前須到辦公室上班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Q: 多久會調薪？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A: KPI 每季調整一次，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   表現優異會調整薪資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📚 成功/失敗案例分享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1887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✅ 成功案例：善用 AI 工具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情境：整理 100 家店的營收報表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傳統做法：手動 Excel，需要 7 天 | AI 做法：用 Claude 寫腳本，3 天完成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💡 學到：善用工具可大幅提升效率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017520"/>
          <a:ext cx="6400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1887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✅ 成功案例：主動發現問題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情境：發現某供應商報價異常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做法：主動比價、提出質疑 | 結果：省下 50 萬成本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💡 學到：要有「老闆思維」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389120"/>
          <a:ext cx="6400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28016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❌ 失敗案例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案例 1：說「我不會」導致延誤 → 教訓：先嘗試用 AI/Google 找答案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案例 2：溝通不確實導致誤會 → 教訓：重要事項要確認對方收到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 公司願景與目標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2860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2026 年目標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📈 ONE桌遊拓展到 140 家店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🚀 智摸突破 30 家店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💡 新型模式研發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🤖 AI 產品正式搶佔市場，以 SaaS 模式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中期目標（3 年內）：全台最大自助娛樂品牌 | 海外市場 | 培訓學院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114800"/>
          <a:ext cx="6400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5544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長期願景（5 年+）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✨ 重新定義休閒娛樂產業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✨ AI 驅動的無人營運標準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✨ 成為產業標竿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🔒 保密與資訊安全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7432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保密協議與資安規範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🔐 客戶資料不外流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🔐 營收數據不公開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🔐 AI 系統程式碼不外傳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🔐 內部溝通記錄不截圖外傳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🔑 密碼設定：至少 12 字元，含英數符號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🔑 禁止共用帳號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🔑 離職時交還所有資料與權限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🔑 LINE 群組截圖禁止外傳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572000"/>
          <a:ext cx="6400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0972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856404"/>
                          </a:solidFill>
                        </a:defRPr>
                      </a:pPr>
                      <a:r>
                        <a:t>⚠️ 違規後果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第一次：書面警告 | 第二次：記過處分 | 嚴重違規：立即解雇 + 法律追訴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🏢 辦公室實務資訊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1887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上下班時間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⏰ 正常工時：13:00-21:00（下午1點到晚上9點）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⏰ 彈性工時：無，固定時段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🍱 午餐時間：可自行安排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017520"/>
          <a:ext cx="6400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91440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辦公地點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🔑 打卡方式：臉部辨識打卡，二樓辦公室入口處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4114800"/>
          <a:ext cx="64008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55448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辦公環境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♻️ 垃圾處理：不用分類，打包後放門口右邊緊急配電處，每天有人來收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🧹 環境打掃：每週一次專人打掃大環境及廁所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📈 職涯發展與成長機會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6459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公司處於快速發展期，機會很多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📊 從執行 → 管理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📊 從單一職能 → 跨領域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📊 從傳統工作 → AI 協作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📊 從員工 → 核心夥伴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47472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19456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你將學到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 AI 時代的工作方法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 快速成長企業的營運模式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 多系統整合的實戰經驗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🎯 從 0 到 1 建立新事業的能力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🌟 公司文化與價值觀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164592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0C5460"/>
                          </a:solidFill>
                        </a:defRPr>
                      </a:pPr>
                      <a:r>
                        <a:t>核心價值觀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🚀 快速行動 - 想到就做，邊做邊調整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🤝 團隊協作 - 一起衝刺，共享成果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💡 擁抱創新 - 用 AI，用新工具，用新方法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3474720"/>
          <a:ext cx="6400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194560">
                <a:tc>
                  <a:txBody>
                    <a:bodyPr wrap="square" tIns="91440" lIns="137160" rIns="137160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</a:defRPr>
                      </a:pPr>
                      <a:r>
                        <a:t>我們相信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⭐ 工具比經驗重要（AI 時代）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⭐ 思考比執行重要（會思考才能駕馭工具）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⭐ 速度比完美重要（快速迭代）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⭐ 成長比穩定重要（發展期的選擇）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一起衝刺未來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237744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0"/>
              </a:tblGrid>
              <a:tr h="27432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你選擇加入我們，代表你認同我們的理念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這是一個快速成長的團隊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這是一個擁抱 AI 的時代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這是一個充滿機會的階段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FFFFFF"/>
                          </a:solidFill>
                        </a:defRPr>
                      </a:pPr>
                      <a:r>
                        <a:t>讓我們一起駕馭工具、創造價值</a:t>
                      </a:r>
                    </a:p>
                  </a:txBody>
                  <a:tcPr>
                    <a:solidFill>
                      <a:srgbClr val="27ACB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4864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7ACB2"/>
                </a:solidFill>
              </a:defRPr>
            </a:pPr>
            <a:r>
              <a:t>歡迎加入遊戲家！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📞 聯絡資訊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22860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</a:tblGrid>
              <a:tr h="3200400">
                <a:tc>
                  <a:txBody>
                    <a:bodyPr wrap="square" tIns="91440" lIns="137160" rIns="137160"/>
                    <a:lstStyle/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遊戲家資訊科技有限公司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品牌：ONE桌遊 / 智摸科技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營運店家：105 家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會員數：10萬+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電話：阿建 0975-170-840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如有任何問題，歡迎隨時向直屬主管</a:t>
                      </a:r>
                    </a:p>
                    <a:p>
                      <a:pPr>
                        <a:spcAft>
                          <a:spcPts val="300"/>
                        </a:spcAft>
                        <a:defRPr sz="1600">
                          <a:solidFill>
                            <a:srgbClr val="3C3C3C"/>
                          </a:solidFill>
                        </a:defRPr>
                      </a:pPr>
                      <a:r>
                        <a:t>或阿建總經理詢問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