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C3E50"/>
                </a:solidFill>
              </a:defRPr>
            </a:pPr>
            <a:r>
              <a:t>歡迎加入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27ACB2"/>
                </a:solidFill>
              </a:defRPr>
            </a:pPr>
            <a:r>
              <a:t>遊戲家資訊科技有限公司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新人教育訓練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🏢 公司概況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103120" cy="137160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營運店家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645920"/>
            <a:ext cx="2103120" cy="137160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9202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10萬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514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會員數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645920"/>
            <a:ext cx="2103120" cy="137160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9202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24/7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5146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無人營運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2200">
                <a:solidFill>
                  <a:srgbClr val="505050"/>
                </a:solidFill>
              </a:defRPr>
            </a:pPr>
            <a:r>
              <a:t>ONE桌遊 - 自助桌遊館品牌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全台最大自助麻將桌遊連鎖品牌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AI 智能管理系統（門鎖、監控、繳費）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24小時無人營運模式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子品牌「智摸科技」- 麻將自助系統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📖 品牌故事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 b="1">
                <a:solidFill>
                  <a:srgbClr val="27ACB2"/>
                </a:solidFill>
              </a:defRPr>
            </a:pPr>
            <a:r>
              <a:t>2023/7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第一家店開幕（無人概念，尚未導入AI）\n驗證市場需求與商業模式</a:t>
            </a:r>
          </a:p>
          <a:p>
            <a:pPr>
              <a:spcBef>
                <a:spcPts val="1200"/>
              </a:spcBef>
              <a:defRPr sz="1800" b="1">
                <a:solidFill>
                  <a:srgbClr val="27ACB2"/>
                </a:solidFill>
              </a:defRPr>
            </a:pPr>
            <a:r>
              <a:t>2023年底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拓展至 6 家店\n建立標準化營運流程</a:t>
            </a:r>
          </a:p>
          <a:p>
            <a:pPr>
              <a:spcBef>
                <a:spcPts val="1200"/>
              </a:spcBef>
              <a:defRPr sz="1800" b="1">
                <a:solidFill>
                  <a:srgbClr val="27ACB2"/>
                </a:solidFill>
              </a:defRPr>
            </a:pPr>
            <a:r>
              <a:t>2024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快速擴張至 50 家店\n開始研發智能管理系統</a:t>
            </a:r>
          </a:p>
          <a:p>
            <a:pPr>
              <a:spcBef>
                <a:spcPts val="1200"/>
              </a:spcBef>
              <a:defRPr sz="1800" b="1">
                <a:solidFill>
                  <a:srgbClr val="27ACB2"/>
                </a:solidFill>
              </a:defRPr>
            </a:pPr>
            <a:r>
              <a:t>2025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突破 100 家店，累積 10萬會員\n成立子品牌「智摸科技」</a:t>
            </a:r>
          </a:p>
          <a:p>
            <a:pPr>
              <a:spcBef>
                <a:spcPts val="1200"/>
              </a:spcBef>
              <a:defRPr sz="1800" b="1">
                <a:solidFill>
                  <a:srgbClr val="27ACB2"/>
                </a:solidFill>
              </a:defRPr>
            </a:pPr>
            <a:r>
              <a:t>2025/11</a:t>
            </a:r>
          </a:p>
          <a:p>
            <a:pPr lvl="1">
              <a:spcAft>
                <a:spcPts val="800"/>
              </a:spcAft>
              <a:defRPr sz="1400">
                <a:solidFill>
                  <a:srgbClr val="505050"/>
                </a:solidFill>
              </a:defRPr>
            </a:pPr>
            <a:r>
              <a:t>正式導入 AI 技術\n智能客服、選址系統、營運分析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👥 核心團隊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292608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27A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建佑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71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7ACB2"/>
                </a:solidFill>
              </a:defRPr>
            </a:pPr>
            <a:r>
              <a:t>負責人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828800"/>
            <a:ext cx="292608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27A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0116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5603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Ken（阿建）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971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7ACB2"/>
                </a:solidFill>
              </a:defRPr>
            </a:pPr>
            <a:r>
              <a:t>總經理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840480"/>
            <a:ext cx="292608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27A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233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72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小圓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834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7ACB2"/>
                </a:solidFill>
              </a:defRPr>
            </a:pPr>
            <a:r>
              <a:t>業務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840480"/>
            <a:ext cx="292608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27A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0233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572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小兔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9834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7ACB2"/>
                </a:solidFill>
              </a:defRPr>
            </a:pPr>
            <a:r>
              <a:t>會計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🤖 AI 時代的轉型思維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6400800" cy="164592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82880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當前時代背景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我們正邁入 AI 時代（2-3 年轉型期）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工具變化快，輔助能力強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效率提升的速度遠超過去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7ACB2"/>
                </a:solidFill>
              </a:defRPr>
            </a:pPr>
            <a:r>
              <a:t>必須習慣的改變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讓工具來協助工作，而非全靠人工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從「我來做」轉變為「我來管理工具做」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工作效率可以是過去的 10 倍甚至更多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🎯 駕馭 AI，而非被取代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6400800" cy="1371600"/>
          </a:xfrm>
          <a:prstGeom prst="rect">
            <a:avLst/>
          </a:prstGeom>
          <a:solidFill>
            <a:srgbClr val="FFF3CD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828800"/>
            <a:ext cx="6035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56404"/>
                </a:solidFill>
              </a:defRPr>
            </a:pPr>
            <a:r>
              <a:t>⚠️ 關鍵觀念</a:t>
            </a:r>
          </a:p>
          <a:p>
            <a:pPr>
              <a:spcBef>
                <a:spcPts val="800"/>
              </a:spcBef>
              <a:defRPr sz="1600"/>
            </a:pPr>
            <a:r>
              <a:t>不用擔心 AI 能取代掉誰</a:t>
            </a:r>
          </a:p>
          <a:p>
            <a:pPr>
              <a:defRPr sz="1600" b="1"/>
            </a:pPr>
            <a:r>
              <a:t>重點是如何駕馭 AI，創造更高效率及產值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29184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不改革，就會被改革淘汰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會用 AI 的人 &gt; 不會用 AI 的人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主動學習工具 &gt; 固守舊方法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擁抱變化 &gt; 抗拒變化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🚀 公司發展階段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6400800" cy="201168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828800"/>
            <a:ext cx="6035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我們正處於快速發展期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從 1 家店 → 105 家店（不到 3 年）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從無人概念 → AI 智能管理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從單一品牌 → 多品牌布局（智摸科技）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從手動管理 → 全自動化系統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7ACB2"/>
                </a:solidFill>
              </a:defRPr>
            </a:pPr>
            <a:r>
              <a:t>我們需要什麼樣的夥伴？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願意共同衝刺的夥伴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能快速適應變化的員工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有主動學習精神的人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能駕馭工具創造價值的人才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💼 工作期待 - 醜話說在前面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solidFill>
            <a:srgbClr val="FFF3CD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828800"/>
            <a:ext cx="6035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56404"/>
                </a:solidFill>
              </a:defRPr>
            </a:pPr>
            <a:r>
              <a:t>🚫 Ken（阿建）最不喜歡聽到的話：</a:t>
            </a:r>
          </a:p>
          <a:p>
            <a:pPr algn="ctr">
              <a:defRPr sz="3200" b="1">
                <a:solidFill>
                  <a:srgbClr val="C0392B"/>
                </a:solidFill>
              </a:defRPr>
            </a:pPr>
            <a:r>
              <a:t>「我不會」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7ACB2"/>
                </a:solidFill>
              </a:defRPr>
            </a:pPr>
            <a:r>
              <a:t>在 AI 時代，這些是基本能力</a:t>
            </a:r>
          </a:p>
          <a:p>
            <a:pPr lvl="1"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統整能力 - 整理資訊、歸納重點</a:t>
            </a:r>
          </a:p>
          <a:p>
            <a:pPr lvl="1"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資料收集 - 搜尋、彙整、分析</a:t>
            </a:r>
          </a:p>
          <a:p>
            <a:pPr lvl="1"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AI 工具可以做很完整的協助</a:t>
            </a:r>
          </a:p>
          <a:p>
            <a:pPr>
              <a:spcBef>
                <a:spcPts val="1500"/>
              </a:spcBef>
              <a:defRPr sz="2000" b="1">
                <a:solidFill>
                  <a:srgbClr val="27ACB2"/>
                </a:solidFill>
              </a:defRPr>
            </a:pPr>
            <a:r>
              <a:t>我們需要的是什麼人？</a:t>
            </a:r>
          </a:p>
          <a:p>
            <a:pPr lvl="1"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✅ 會思考的人</a:t>
            </a:r>
          </a:p>
          <a:p>
            <a:pPr lvl="1"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✅ 會整理的人</a:t>
            </a:r>
          </a:p>
          <a:p>
            <a:pPr lvl="1"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✅ 會主動嘗試的人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📋 正確的工作態度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7ACB2"/>
                </a:solidFill>
              </a:defRPr>
            </a:pPr>
            <a:r>
              <a:t>收到任務後，你應該：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先簡單彙整任務（用工具協助）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整理出初步結果（可以不完美）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開會時討論與調整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474720"/>
            <a:ext cx="6400800" cy="256032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3657600"/>
            <a:ext cx="6035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可以接受的情況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✅ 結果不盡理想 - 沒關係，可以調整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✅ 判斷有些不同 - 沒關係，可以討論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無法接受的情況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❌ 完全沒嘗試就說「我不會」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❌ 不思考、不整理，等別人給答案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📅 工作節奏與溝通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6400800" cy="201168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828800"/>
            <a:ext cx="6035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每週二下午 2:00 - 週會議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整理一週的工作狀況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報告進度與問題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討論解決方案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設定下週目標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7ACB2"/>
                </a:solidFill>
              </a:defRPr>
            </a:pPr>
            <a:r>
              <a:t>日常溝通方式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群組即時討論（快速決策）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重要事項即時宣布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⚠️ 重要事項開會需再重複一次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確保所有人都吸收到訊息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🔧 常用工具與系統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7ACB2"/>
                </a:solidFill>
              </a:defRPr>
            </a:pPr>
            <a:r>
              <a:t>內部系統</a:t>
            </a:r>
          </a:p>
          <a:p>
            <a:pPr lvl="1"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ONE桌遊管理系統 - 店家管理、訂單、會員</a:t>
            </a:r>
          </a:p>
          <a:p>
            <a:pPr lvl="1"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倉儲管理系統 - 庫存、進出貨</a:t>
            </a:r>
          </a:p>
          <a:p>
            <a:pPr lvl="1"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AI 客服系統 - 自動回覆、問題分類</a:t>
            </a:r>
          </a:p>
          <a:p>
            <a:pPr lvl="1"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打掃系統 - 任務派發、進度追蹤</a:t>
            </a:r>
          </a:p>
          <a:p>
            <a:pPr>
              <a:spcBef>
                <a:spcPts val="1500"/>
              </a:spcBef>
              <a:defRPr sz="2200" b="1">
                <a:solidFill>
                  <a:srgbClr val="27ACB2"/>
                </a:solidFill>
              </a:defRPr>
            </a:pPr>
            <a:r>
              <a:t>AI 工具輔助</a:t>
            </a:r>
          </a:p>
          <a:p>
            <a:pPr lvl="1"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ChatGPT / Claude - 資料整理、文案撰寫</a:t>
            </a:r>
          </a:p>
          <a:p>
            <a:pPr lvl="1"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Google Workspace - 文件協作</a:t>
            </a:r>
          </a:p>
          <a:p>
            <a:pPr lvl="1"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LINE - 即時溝通</a:t>
            </a:r>
          </a:p>
          <a:p>
            <a:pPr lvl="1">
              <a:spcAft>
                <a:spcPts val="600"/>
              </a:spcAft>
              <a:defRPr sz="1600">
                <a:solidFill>
                  <a:srgbClr val="505050"/>
                </a:solidFill>
              </a:defRPr>
            </a:pPr>
            <a:r>
              <a:t>GitHub - 程式碼管理（技術團隊）</a:t>
            </a:r>
          </a:p>
          <a:p>
            <a:pPr>
              <a:spcBef>
                <a:spcPts val="1500"/>
              </a:spcBef>
              <a:defRPr sz="1800" i="1">
                <a:solidFill>
                  <a:srgbClr val="646464"/>
                </a:solidFill>
              </a:defRPr>
            </a:pPr>
            <a:r>
              <a:t>💡 善用工具，讓效率翻倍！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📈 職涯發展與成長機會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7ACB2"/>
                </a:solidFill>
              </a:defRPr>
            </a:pPr>
            <a:r>
              <a:t>公司處於快速發展期，機會很多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從執行 → 管理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從單一職能 → 跨領域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從傳統工作 → AI 協作</a:t>
            </a:r>
          </a:p>
          <a:p>
            <a:pPr lvl="1">
              <a:spcAft>
                <a:spcPts val="600"/>
              </a:spcAft>
              <a:defRPr sz="1800">
                <a:solidFill>
                  <a:srgbClr val="505050"/>
                </a:solidFill>
              </a:defRPr>
            </a:pPr>
            <a:r>
              <a:t>從員工 → 核心夥伴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840480"/>
            <a:ext cx="6400800" cy="201168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4023360"/>
            <a:ext cx="6035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你將學到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AI 時代的工作方法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快速成長企業的營運模式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多系統整合的實戰經驗</a:t>
            </a:r>
          </a:p>
          <a:p>
            <a:pPr lvl="1"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從 0 到 1 建立新事業的能力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一起衝刺未來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6400800" cy="274320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56032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你選擇加入我們，代表你認同我們的理念</a:t>
            </a:r>
          </a:p>
          <a:p>
            <a:pPr algn="ctr"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這是一個快速成長的團隊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這是一個擁抱 AI 的時代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這是一個充滿機會的階段</a:t>
            </a:r>
          </a:p>
          <a:p>
            <a:pPr algn="ctr">
              <a:spcBef>
                <a:spcPts val="1500"/>
              </a:spcBef>
              <a:defRPr sz="2000" b="1">
                <a:solidFill>
                  <a:srgbClr val="FFFFFF"/>
                </a:solidFill>
              </a:defRPr>
            </a:pPr>
            <a:r>
              <a:t>讓我們一起駕馭工具、創造價值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CB2"/>
                </a:solidFill>
              </a:defRPr>
            </a:pPr>
            <a:r>
              <a:t>歡迎加入遊戲家！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